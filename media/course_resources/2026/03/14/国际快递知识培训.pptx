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Lst>
  <p:notesMasterIdLst>
    <p:notesMasterId r:id="rId9"/>
  </p:notesMasterIdLst>
  <p:handoutMasterIdLst>
    <p:handoutMasterId r:id="rId29"/>
  </p:handoutMasterIdLst>
  <p:sldIdLst>
    <p:sldId id="256" r:id="rId8"/>
    <p:sldId id="260" r:id="rId10"/>
    <p:sldId id="261" r:id="rId11"/>
    <p:sldId id="262" r:id="rId12"/>
    <p:sldId id="263" r:id="rId13"/>
    <p:sldId id="264" r:id="rId14"/>
    <p:sldId id="265" r:id="rId15"/>
    <p:sldId id="266" r:id="rId16"/>
    <p:sldId id="267" r:id="rId17"/>
    <p:sldId id="268" r:id="rId18"/>
    <p:sldId id="269" r:id="rId19"/>
    <p:sldId id="271" r:id="rId20"/>
    <p:sldId id="280" r:id="rId21"/>
    <p:sldId id="282" r:id="rId22"/>
    <p:sldId id="283" r:id="rId23"/>
    <p:sldId id="307" r:id="rId24"/>
    <p:sldId id="309" r:id="rId25"/>
    <p:sldId id="285" r:id="rId26"/>
    <p:sldId id="305" r:id="rId27"/>
    <p:sldId id="288" r:id="rId28"/>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1.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3" Type="http://schemas.openxmlformats.org/officeDocument/2006/relationships/tags" Target="tags/tag356.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handoutMaster" Target="handoutMasters/handoutMaster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6" Type="http://schemas.openxmlformats.org/officeDocument/2006/relationships/tags" Target="../tags/tag179.xml"/><Relationship Id="rId5" Type="http://schemas.openxmlformats.org/officeDocument/2006/relationships/tags" Target="../tags/tag178.xml"/><Relationship Id="rId4" Type="http://schemas.openxmlformats.org/officeDocument/2006/relationships/tags" Target="../tags/tag177.xml"/><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tags" Target="../tags/tag212.xml"/><Relationship Id="rId6" Type="http://schemas.openxmlformats.org/officeDocument/2006/relationships/tags" Target="../tags/tag211.xml"/><Relationship Id="rId5" Type="http://schemas.openxmlformats.org/officeDocument/2006/relationships/tags" Target="../tags/tag210.xml"/><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6" Type="http://schemas.openxmlformats.org/officeDocument/2006/relationships/tags" Target="../tags/tag252.xml"/><Relationship Id="rId5" Type="http://schemas.openxmlformats.org/officeDocument/2006/relationships/tags" Target="../tags/tag251.xml"/><Relationship Id="rId4" Type="http://schemas.openxmlformats.org/officeDocument/2006/relationships/tags" Target="../tags/tag250.xml"/><Relationship Id="rId3" Type="http://schemas.openxmlformats.org/officeDocument/2006/relationships/tags" Target="../tags/tag249.xml"/><Relationship Id="rId2" Type="http://schemas.openxmlformats.org/officeDocument/2006/relationships/tags" Target="../tags/tag248.xml"/><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6" Type="http://schemas.openxmlformats.org/officeDocument/2006/relationships/tags" Target="../tags/tag262.xml"/><Relationship Id="rId5" Type="http://schemas.openxmlformats.org/officeDocument/2006/relationships/tags" Target="../tags/tag261.xml"/><Relationship Id="rId4" Type="http://schemas.openxmlformats.org/officeDocument/2006/relationships/tags" Target="../tags/tag260.xml"/><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9" Type="http://schemas.openxmlformats.org/officeDocument/2006/relationships/tags" Target="../tags/tag276.xml"/><Relationship Id="rId8" Type="http://schemas.openxmlformats.org/officeDocument/2006/relationships/tags" Target="../tags/tag275.xml"/><Relationship Id="rId7" Type="http://schemas.openxmlformats.org/officeDocument/2006/relationships/tags" Target="../tags/tag274.xml"/><Relationship Id="rId6" Type="http://schemas.openxmlformats.org/officeDocument/2006/relationships/tags" Target="../tags/tag273.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5" Type="http://schemas.openxmlformats.org/officeDocument/2006/relationships/tags" Target="../tags/tag280.xml"/><Relationship Id="rId4" Type="http://schemas.openxmlformats.org/officeDocument/2006/relationships/tags" Target="../tags/tag279.xml"/><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7" Type="http://schemas.openxmlformats.org/officeDocument/2006/relationships/tags" Target="../tags/tag289.xml"/><Relationship Id="rId6" Type="http://schemas.openxmlformats.org/officeDocument/2006/relationships/tags" Target="../tags/tag288.xml"/><Relationship Id="rId5" Type="http://schemas.openxmlformats.org/officeDocument/2006/relationships/tags" Target="../tags/tag287.xml"/><Relationship Id="rId4" Type="http://schemas.openxmlformats.org/officeDocument/2006/relationships/tags" Target="../tags/tag286.xml"/><Relationship Id="rId3" Type="http://schemas.openxmlformats.org/officeDocument/2006/relationships/tags" Target="../tags/tag285.xml"/><Relationship Id="rId2" Type="http://schemas.openxmlformats.org/officeDocument/2006/relationships/tags" Target="../tags/tag284.xml"/><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5" Type="http://schemas.openxmlformats.org/officeDocument/2006/relationships/tags" Target="../tags/tag298.xml"/><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6" Type="http://schemas.openxmlformats.org/officeDocument/2006/relationships/tags" Target="../tags/tag303.xml"/><Relationship Id="rId5" Type="http://schemas.openxmlformats.org/officeDocument/2006/relationships/tags" Target="../tags/tag302.xml"/><Relationship Id="rId4" Type="http://schemas.openxmlformats.org/officeDocument/2006/relationships/tags" Target="../tags/tag301.xml"/><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608400" y="608400"/>
            <a:ext cx="10969200" cy="705600"/>
          </a:xfrm>
        </p:spPr>
        <p:txBody>
          <a:bodyPr/>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992630" y="373380"/>
            <a:ext cx="3319145" cy="323215"/>
          </a:xfrm>
        </p:spPr>
        <p:txBody>
          <a:bodyPr/>
          <a:p>
            <a:r>
              <a:rPr lang="zh-CN" altLang="en-US"/>
              <a:t>单击此处编辑母版标题样式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9" Type="http://schemas.openxmlformats.org/officeDocument/2006/relationships/theme" Target="../theme/theme3.xml"/><Relationship Id="rId18" Type="http://schemas.openxmlformats.org/officeDocument/2006/relationships/tags" Target="../tags/tag123.xml"/><Relationship Id="rId17" Type="http://schemas.openxmlformats.org/officeDocument/2006/relationships/image" Target="../media/image2.png"/><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8" Type="http://schemas.openxmlformats.org/officeDocument/2006/relationships/theme" Target="../theme/theme4.xml"/><Relationship Id="rId17" Type="http://schemas.openxmlformats.org/officeDocument/2006/relationships/tags" Target="../tags/tag185.xml"/><Relationship Id="rId16" Type="http://schemas.openxmlformats.org/officeDocument/2006/relationships/tags" Target="../tags/tag184.xml"/><Relationship Id="rId15" Type="http://schemas.openxmlformats.org/officeDocument/2006/relationships/tags" Target="../tags/tag183.xml"/><Relationship Id="rId14" Type="http://schemas.openxmlformats.org/officeDocument/2006/relationships/tags" Target="../tags/tag182.xml"/><Relationship Id="rId13" Type="http://schemas.openxmlformats.org/officeDocument/2006/relationships/tags" Target="../tags/tag181.xml"/><Relationship Id="rId12" Type="http://schemas.openxmlformats.org/officeDocument/2006/relationships/tags" Target="../tags/tag180.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8" Type="http://schemas.openxmlformats.org/officeDocument/2006/relationships/theme" Target="../theme/theme5.xml"/><Relationship Id="rId17" Type="http://schemas.openxmlformats.org/officeDocument/2006/relationships/tags" Target="../tags/tag247.xml"/><Relationship Id="rId16" Type="http://schemas.openxmlformats.org/officeDocument/2006/relationships/tags" Target="../tags/tag246.xml"/><Relationship Id="rId15" Type="http://schemas.openxmlformats.org/officeDocument/2006/relationships/tags" Target="../tags/tag245.xml"/><Relationship Id="rId14" Type="http://schemas.openxmlformats.org/officeDocument/2006/relationships/tags" Target="../tags/tag244.xml"/><Relationship Id="rId13" Type="http://schemas.openxmlformats.org/officeDocument/2006/relationships/tags" Target="../tags/tag243.xml"/><Relationship Id="rId12" Type="http://schemas.openxmlformats.org/officeDocument/2006/relationships/tags" Target="../tags/tag242.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9" Type="http://schemas.openxmlformats.org/officeDocument/2006/relationships/theme" Target="../theme/theme6.xml"/><Relationship Id="rId18" Type="http://schemas.openxmlformats.org/officeDocument/2006/relationships/tags" Target="../tags/tag308.xml"/><Relationship Id="rId17" Type="http://schemas.openxmlformats.org/officeDocument/2006/relationships/image" Target="../media/image2.png"/><Relationship Id="rId16" Type="http://schemas.openxmlformats.org/officeDocument/2006/relationships/tags" Target="../tags/tag307.xml"/><Relationship Id="rId15" Type="http://schemas.openxmlformats.org/officeDocument/2006/relationships/tags" Target="../tags/tag306.xml"/><Relationship Id="rId14" Type="http://schemas.openxmlformats.org/officeDocument/2006/relationships/tags" Target="../tags/tag305.xml"/><Relationship Id="rId13" Type="http://schemas.openxmlformats.org/officeDocument/2006/relationships/tags" Target="../tags/tag304.xml"/><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2">
            <a:alphaModFix amt="10000"/>
          </a:blip>
          <a:tile sy="87000"/>
        </a:blipFill>
        <a:effectLst/>
      </p:bgPr>
    </p:bg>
    <p:spTree>
      <p:nvGrpSpPr>
        <p:cNvPr id="1" name=""/>
        <p:cNvGrpSpPr/>
        <p:nvPr/>
      </p:nvGrpSpPr>
      <p:grpSpPr>
        <a:xfrm>
          <a:off x="0" y="0"/>
          <a:ext cx="0" cy="0"/>
          <a:chOff x="0" y="0"/>
          <a:chExt cx="0" cy="0"/>
        </a:xfrm>
      </p:grpSpPr>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pic>
        <p:nvPicPr>
          <p:cNvPr id="7" name="图片 6"/>
          <p:cNvPicPr>
            <a:picLocks noChangeAspect="1"/>
          </p:cNvPicPr>
          <p:nvPr userDrawn="1"/>
        </p:nvPicPr>
        <p:blipFill>
          <a:blip r:embed="rId17"/>
          <a:stretch>
            <a:fillRect/>
          </a:stretch>
        </p:blipFill>
        <p:spPr>
          <a:xfrm>
            <a:off x="255270" y="0"/>
            <a:ext cx="1198245" cy="725805"/>
          </a:xfrm>
          <a:prstGeom prst="rect">
            <a:avLst/>
          </a:prstGeom>
        </p:spPr>
      </p:pic>
      <p:sp>
        <p:nvSpPr>
          <p:cNvPr id="8" name="文本框 7"/>
          <p:cNvSpPr txBox="1"/>
          <p:nvPr userDrawn="1"/>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Tree>
    <p:custDataLst>
      <p:tags r:id="rId18"/>
    </p:custData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2">
            <a:alphaModFix amt="10000"/>
          </a:blip>
          <a:tile sy="92000"/>
        </a:blipFill>
        <a:effectLst/>
      </p:bgPr>
    </p:bg>
    <p:spTree>
      <p:nvGrpSpPr>
        <p:cNvPr id="1" name=""/>
        <p:cNvGrpSpPr/>
        <p:nvPr/>
      </p:nvGrpSpPr>
      <p:grpSpPr>
        <a:xfrm>
          <a:off x="0" y="0"/>
          <a:ext cx="0" cy="0"/>
          <a:chOff x="0" y="0"/>
          <a:chExt cx="0" cy="0"/>
        </a:xfrm>
      </p:grpSpPr>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pic>
        <p:nvPicPr>
          <p:cNvPr id="7" name="图片 6"/>
          <p:cNvPicPr>
            <a:picLocks noChangeAspect="1"/>
          </p:cNvPicPr>
          <p:nvPr userDrawn="1"/>
        </p:nvPicPr>
        <p:blipFill>
          <a:blip r:embed="rId17"/>
          <a:stretch>
            <a:fillRect/>
          </a:stretch>
        </p:blipFill>
        <p:spPr>
          <a:xfrm>
            <a:off x="0" y="60960"/>
            <a:ext cx="1198245" cy="725805"/>
          </a:xfrm>
          <a:prstGeom prst="rect">
            <a:avLst/>
          </a:prstGeom>
        </p:spPr>
      </p:pic>
      <p:sp>
        <p:nvSpPr>
          <p:cNvPr id="8" name="文本框 7"/>
          <p:cNvSpPr txBox="1"/>
          <p:nvPr userDrawn="1"/>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Tree>
    <p:custDataLst>
      <p:tags r:id="rId18"/>
    </p:custData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fontAlgn="auto" latinLnBrk="0" hangingPunct="1">
        <a:lnSpc>
          <a:spcPct val="100000"/>
        </a:lnSpc>
        <a:spcBef>
          <a:spcPct val="0"/>
        </a:spcBef>
        <a:buNone/>
        <a:defRPr sz="12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image" Target="../media/image4.png"/><Relationship Id="rId3" Type="http://schemas.openxmlformats.org/officeDocument/2006/relationships/tags" Target="../tags/tag309.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318.xml"/><Relationship Id="rId8" Type="http://schemas.openxmlformats.org/officeDocument/2006/relationships/tags" Target="../tags/tag317.xml"/><Relationship Id="rId7" Type="http://schemas.openxmlformats.org/officeDocument/2006/relationships/tags" Target="../tags/tag316.xml"/><Relationship Id="rId6" Type="http://schemas.openxmlformats.org/officeDocument/2006/relationships/tags" Target="../tags/tag315.xml"/><Relationship Id="rId5" Type="http://schemas.openxmlformats.org/officeDocument/2006/relationships/tags" Target="../tags/tag314.xml"/><Relationship Id="rId4" Type="http://schemas.openxmlformats.org/officeDocument/2006/relationships/tags" Target="../tags/tag313.xml"/><Relationship Id="rId3" Type="http://schemas.openxmlformats.org/officeDocument/2006/relationships/tags" Target="../tags/tag312.xml"/><Relationship Id="rId22" Type="http://schemas.openxmlformats.org/officeDocument/2006/relationships/notesSlide" Target="../notesSlides/notesSlide3.xml"/><Relationship Id="rId21" Type="http://schemas.openxmlformats.org/officeDocument/2006/relationships/slideLayout" Target="../slideLayouts/slideLayout7.xml"/><Relationship Id="rId20" Type="http://schemas.openxmlformats.org/officeDocument/2006/relationships/tags" Target="../tags/tag329.xml"/><Relationship Id="rId2" Type="http://schemas.openxmlformats.org/officeDocument/2006/relationships/image" Target="../media/image2.png"/><Relationship Id="rId19" Type="http://schemas.openxmlformats.org/officeDocument/2006/relationships/tags" Target="../tags/tag328.xml"/><Relationship Id="rId18" Type="http://schemas.openxmlformats.org/officeDocument/2006/relationships/tags" Target="../tags/tag327.xml"/><Relationship Id="rId17" Type="http://schemas.openxmlformats.org/officeDocument/2006/relationships/tags" Target="../tags/tag326.xml"/><Relationship Id="rId16" Type="http://schemas.openxmlformats.org/officeDocument/2006/relationships/tags" Target="../tags/tag325.xml"/><Relationship Id="rId15" Type="http://schemas.openxmlformats.org/officeDocument/2006/relationships/tags" Target="../tags/tag324.xml"/><Relationship Id="rId14" Type="http://schemas.openxmlformats.org/officeDocument/2006/relationships/tags" Target="../tags/tag323.xml"/><Relationship Id="rId13" Type="http://schemas.openxmlformats.org/officeDocument/2006/relationships/tags" Target="../tags/tag322.xml"/><Relationship Id="rId12" Type="http://schemas.openxmlformats.org/officeDocument/2006/relationships/tags" Target="../tags/tag321.xml"/><Relationship Id="rId11" Type="http://schemas.openxmlformats.org/officeDocument/2006/relationships/tags" Target="../tags/tag320.xml"/><Relationship Id="rId10" Type="http://schemas.openxmlformats.org/officeDocument/2006/relationships/tags" Target="../tags/tag319.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tags" Target="../tags/tag332.xml"/><Relationship Id="rId4" Type="http://schemas.openxmlformats.org/officeDocument/2006/relationships/tags" Target="../tags/tag331.xml"/><Relationship Id="rId3" Type="http://schemas.openxmlformats.org/officeDocument/2006/relationships/tags" Target="../tags/tag330.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tags" Target="../tags/tag339.xml"/><Relationship Id="rId8" Type="http://schemas.openxmlformats.org/officeDocument/2006/relationships/tags" Target="../tags/tag338.xml"/><Relationship Id="rId7" Type="http://schemas.openxmlformats.org/officeDocument/2006/relationships/tags" Target="../tags/tag337.xml"/><Relationship Id="rId6" Type="http://schemas.openxmlformats.org/officeDocument/2006/relationships/tags" Target="../tags/tag336.xml"/><Relationship Id="rId5" Type="http://schemas.openxmlformats.org/officeDocument/2006/relationships/tags" Target="../tags/tag335.xml"/><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image" Target="../media/image2.png"/><Relationship Id="rId18" Type="http://schemas.openxmlformats.org/officeDocument/2006/relationships/notesSlide" Target="../notesSlides/notesSlide6.xml"/><Relationship Id="rId17" Type="http://schemas.openxmlformats.org/officeDocument/2006/relationships/slideLayout" Target="../slideLayouts/slideLayout7.xml"/><Relationship Id="rId16" Type="http://schemas.openxmlformats.org/officeDocument/2006/relationships/image" Target="../media/image10.png"/><Relationship Id="rId15" Type="http://schemas.openxmlformats.org/officeDocument/2006/relationships/image" Target="../media/image9.png"/><Relationship Id="rId14" Type="http://schemas.openxmlformats.org/officeDocument/2006/relationships/image" Target="../media/image8.png"/><Relationship Id="rId13" Type="http://schemas.openxmlformats.org/officeDocument/2006/relationships/image" Target="../media/image7.png"/><Relationship Id="rId12" Type="http://schemas.openxmlformats.org/officeDocument/2006/relationships/tags" Target="../tags/tag342.xml"/><Relationship Id="rId11" Type="http://schemas.openxmlformats.org/officeDocument/2006/relationships/tags" Target="../tags/tag341.xml"/><Relationship Id="rId10" Type="http://schemas.openxmlformats.org/officeDocument/2006/relationships/tags" Target="../tags/tag340.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7.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tags" Target="../tags/tag346.xml"/><Relationship Id="rId4" Type="http://schemas.openxmlformats.org/officeDocument/2006/relationships/image" Target="../media/image8.png"/><Relationship Id="rId3" Type="http://schemas.openxmlformats.org/officeDocument/2006/relationships/tags" Target="../tags/tag345.xml"/><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tags" Target="../tags/tag348.xml"/><Relationship Id="rId3" Type="http://schemas.openxmlformats.org/officeDocument/2006/relationships/tags" Target="../tags/tag347.xml"/><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7.xml"/><Relationship Id="rId7" Type="http://schemas.openxmlformats.org/officeDocument/2006/relationships/image" Target="../media/image13.jpeg"/><Relationship Id="rId6" Type="http://schemas.openxmlformats.org/officeDocument/2006/relationships/tags" Target="../tags/tag351.xml"/><Relationship Id="rId5" Type="http://schemas.openxmlformats.org/officeDocument/2006/relationships/image" Target="../media/image9.png"/><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tags" Target="../tags/tag352.xml"/><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7.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tags" Target="../tags/tag353.xml"/><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94310"/>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内容占位符 2"/>
          <p:cNvSpPr>
            <a:spLocks noGrp="1"/>
          </p:cNvSpPr>
          <p:nvPr/>
        </p:nvSpPr>
        <p:spPr>
          <a:xfrm>
            <a:off x="550545" y="1427480"/>
            <a:ext cx="11628120" cy="1639570"/>
          </a:xfrm>
          <a:prstGeom prst="rect">
            <a:avLst/>
          </a:prstGeom>
        </p:spPr>
        <p:txBody>
          <a:bodyPr vert="horz" lIns="91440" tIns="45720" rIns="91440" bIns="45720" rtlCol="0">
            <a:normAutofit fontScale="6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88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深圳市翔飞扬国际货运代理有限公司</a:t>
            </a:r>
            <a:endParaRPr lang="zh-CN" altLang="en-US" sz="88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p:txBody>
      </p:sp>
      <p:pic>
        <p:nvPicPr>
          <p:cNvPr id="5" name="图片 4" descr="f4564071617c4c442a9778f6d99e715b"/>
          <p:cNvPicPr>
            <a:picLocks noChangeAspect="1"/>
          </p:cNvPicPr>
          <p:nvPr/>
        </p:nvPicPr>
        <p:blipFill>
          <a:blip r:embed="rId3"/>
          <a:stretch>
            <a:fillRect/>
          </a:stretch>
        </p:blipFill>
        <p:spPr>
          <a:xfrm>
            <a:off x="411480" y="3968115"/>
            <a:ext cx="3048000" cy="2279650"/>
          </a:xfrm>
          <a:prstGeom prst="rect">
            <a:avLst/>
          </a:prstGeom>
        </p:spPr>
      </p:pic>
      <p:pic>
        <p:nvPicPr>
          <p:cNvPr id="7" name="图片 6" descr="f4564071617c4c442a9778f6d99e715b"/>
          <p:cNvPicPr>
            <a:picLocks noChangeAspect="1"/>
          </p:cNvPicPr>
          <p:nvPr/>
        </p:nvPicPr>
        <p:blipFill>
          <a:blip r:embed="rId3"/>
          <a:stretch>
            <a:fillRect/>
          </a:stretch>
        </p:blipFill>
        <p:spPr>
          <a:xfrm>
            <a:off x="8778240" y="3968115"/>
            <a:ext cx="3048000" cy="2279650"/>
          </a:xfrm>
          <a:prstGeom prst="rect">
            <a:avLst/>
          </a:prstGeom>
        </p:spPr>
      </p:pic>
      <p:sp>
        <p:nvSpPr>
          <p:cNvPr id="6" name="内容占位符 2"/>
          <p:cNvSpPr>
            <a:spLocks noGrp="1"/>
          </p:cNvSpPr>
          <p:nvPr/>
        </p:nvSpPr>
        <p:spPr>
          <a:xfrm>
            <a:off x="2218690" y="2609215"/>
            <a:ext cx="7753985" cy="1639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88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欢迎您的加入！</a:t>
            </a:r>
            <a:endParaRPr lang="zh-CN" altLang="en-US" sz="8800" b="1"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ox(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ox(in)">
                                      <p:cBhvr>
                                        <p:cTn id="12"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5" name="副标题 4"/>
          <p:cNvSpPr>
            <a:spLocks noGrp="1"/>
          </p:cNvSpPr>
          <p:nvPr>
            <p:custDataLst>
              <p:tags r:id="rId3"/>
            </p:custDataLst>
          </p:nvPr>
        </p:nvSpPr>
        <p:spPr>
          <a:xfrm>
            <a:off x="3389630" y="2974340"/>
            <a:ext cx="5378450" cy="507365"/>
          </a:xfrm>
          <a:prstGeom prst="rect">
            <a:avLst/>
          </a:prstGeom>
        </p:spPr>
        <p:txBody>
          <a:bodyPr vert="horz" lIns="101600" tIns="0" rIns="82550" bIns="46800" rtlCol="0" anchor="t">
            <a:normAutofit fontScale="92500" lnSpcReduction="20000"/>
          </a:bodyPr>
          <a:lstStyle>
            <a:lvl1pPr marL="0" indent="0" algn="dist" defTabSz="914400" rtl="0" eaLnBrk="1" fontAlgn="auto" latinLnBrk="0" hangingPunct="1">
              <a:lnSpc>
                <a:spcPct val="130000"/>
              </a:lnSpc>
              <a:spcBef>
                <a:spcPts val="0"/>
              </a:spcBef>
              <a:spcAft>
                <a:spcPts val="1000"/>
              </a:spcAft>
              <a:buFont typeface="Arial" panose="020B0604020202020204" pitchFamily="34" charset="0"/>
              <a:buNone/>
              <a:defRPr sz="2800" u="none" strike="noStrike" kern="1200" cap="none" spc="150" normalizeH="0" baseline="0">
                <a:solidFill>
                  <a:schemeClr val="bg1"/>
                </a:solidFill>
                <a:uFillTx/>
                <a:latin typeface="Arial" panose="020B0604020202020204" pitchFamily="34" charset="0"/>
                <a:ea typeface="微软雅黑" panose="020B0503020204020204" charset="-122"/>
                <a:cs typeface="+mn-cs"/>
              </a:defRPr>
            </a:lvl1pPr>
            <a:lvl2pPr marL="457200" indent="0" algn="ctr"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20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914400" indent="0" algn="ctr" defTabSz="914400" rtl="0" eaLnBrk="1" fontAlgn="auto" latinLnBrk="0" hangingPunct="1">
              <a:lnSpc>
                <a:spcPct val="130000"/>
              </a:lnSpc>
              <a:spcBef>
                <a:spcPts val="0"/>
              </a:spcBef>
              <a:spcAft>
                <a:spcPts val="1000"/>
              </a:spcAft>
              <a:buFont typeface="Arial" panose="020B0604020202020204" pitchFamily="34" charset="0"/>
              <a:buNone/>
              <a:defRPr sz="18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3716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1828800" indent="0" algn="ct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a:t> </a:t>
            </a:r>
            <a:endParaRPr lang="en-US" altLang="zh-CN"/>
          </a:p>
        </p:txBody>
      </p:sp>
      <p:pic>
        <p:nvPicPr>
          <p:cNvPr id="8" name="图片 7"/>
          <p:cNvPicPr>
            <a:picLocks noChangeAspect="1"/>
          </p:cNvPicPr>
          <p:nvPr/>
        </p:nvPicPr>
        <p:blipFill>
          <a:blip r:embed="rId4"/>
          <a:stretch>
            <a:fillRect/>
          </a:stretch>
        </p:blipFill>
        <p:spPr>
          <a:xfrm>
            <a:off x="1225550" y="1520190"/>
            <a:ext cx="10166350" cy="3817620"/>
          </a:xfrm>
          <a:prstGeom prst="rect">
            <a:avLst/>
          </a:prstGeom>
        </p:spPr>
      </p:pic>
      <p:sp>
        <p:nvSpPr>
          <p:cNvPr id="2" name="标题 3"/>
          <p:cNvSpPr>
            <a:spLocks noGrp="1"/>
          </p:cNvSpPr>
          <p:nvPr>
            <p:custDataLst>
              <p:tags r:id="rId5"/>
            </p:custDataLst>
          </p:nvPr>
        </p:nvSpPr>
        <p:spPr>
          <a:xfrm>
            <a:off x="1369060" y="1050290"/>
            <a:ext cx="9453880" cy="1990725"/>
          </a:xfrm>
          <a:prstGeom prst="rect">
            <a:avLst/>
          </a:prstGeom>
        </p:spPr>
        <p:txBody>
          <a:bodyPr vert="horz" lIns="101600" tIns="38100" rIns="76200" bIns="0" rtlCol="0" anchor="b" anchorCtr="0">
            <a:normAutofit/>
          </a:bodyPr>
          <a:lstStyle>
            <a:lvl1pPr algn="dist" defTabSz="914400" rtl="0" eaLnBrk="1" fontAlgn="auto" latinLnBrk="0" hangingPunct="1">
              <a:lnSpc>
                <a:spcPct val="100000"/>
              </a:lnSpc>
              <a:spcBef>
                <a:spcPct val="0"/>
              </a:spcBef>
              <a:buNone/>
              <a:defRPr sz="6000" b="1" u="none" strike="noStrike" kern="1200" cap="none" spc="200" normalizeH="0" baseline="0">
                <a:solidFill>
                  <a:schemeClr val="bg1"/>
                </a:solidFill>
                <a:uFillTx/>
                <a:latin typeface="Arial" panose="020B0604020202020204" pitchFamily="34" charset="0"/>
                <a:ea typeface="微软雅黑" panose="020B0503020204020204" charset="-122"/>
                <a:cs typeface="+mj-cs"/>
              </a:defRPr>
            </a:lvl1pPr>
          </a:lstStyle>
          <a:p>
            <a:r>
              <a:rPr lang="zh-CN" altLang="en-US">
                <a:solidFill>
                  <a:schemeClr val="tx1"/>
                </a:solidFill>
                <a:sym typeface="+mn-ea"/>
              </a:rPr>
              <a:t>快递培训</a:t>
            </a:r>
            <a:endParaRPr lang="zh-CN" altLang="en-US"/>
          </a:p>
        </p:txBody>
      </p:sp>
      <p:sp>
        <p:nvSpPr>
          <p:cNvPr id="7" name="文本占位符 6"/>
          <p:cNvSpPr>
            <a:spLocks noGrp="1"/>
          </p:cNvSpPr>
          <p:nvPr>
            <p:custDataLst>
              <p:tags r:id="rId6"/>
            </p:custDataLst>
          </p:nvPr>
        </p:nvSpPr>
        <p:spPr>
          <a:xfrm>
            <a:off x="4815336" y="5435319"/>
            <a:ext cx="2492570" cy="432000"/>
          </a:xfrm>
          <a:prstGeom prst="rect">
            <a:avLst/>
          </a:prstGeom>
        </p:spPr>
        <p:txBody>
          <a:bodyPr vert="horz" lIns="101600" tIns="0" rIns="82550" bIns="46800" rtlCol="0" anchor="ctr">
            <a:normAutofit lnSpcReduction="20000"/>
          </a:bodyPr>
          <a:lstStyle>
            <a:lvl1pPr marL="0" indent="0" algn="ctr" defTabSz="914400" rtl="0" eaLnBrk="1" fontAlgn="auto" latinLnBrk="0" hangingPunct="1">
              <a:lnSpc>
                <a:spcPct val="130000"/>
              </a:lnSpc>
              <a:spcBef>
                <a:spcPts val="0"/>
              </a:spcBef>
              <a:spcAft>
                <a:spcPts val="1000"/>
              </a:spcAft>
              <a:buFont typeface="Arial" panose="020B0604020202020204" pitchFamily="34" charset="0"/>
              <a:buNone/>
              <a:defRPr sz="2000" b="0" u="none" strike="noStrike" kern="1200" cap="none" spc="15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  </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5" name="矩形 24"/>
          <p:cNvSpPr/>
          <p:nvPr>
            <p:custDataLst>
              <p:tags r:id="rId3"/>
            </p:custDataLst>
          </p:nvPr>
        </p:nvSpPr>
        <p:spPr>
          <a:xfrm>
            <a:off x="4318000" y="1761748"/>
            <a:ext cx="3556000" cy="1009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p>
            <a:pPr algn="ctr">
              <a:lnSpc>
                <a:spcPct val="120000"/>
              </a:lnSpc>
            </a:pPr>
            <a:endParaRPr lang="zh-CN" altLang="en-US">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26" name="文本框 25"/>
          <p:cNvSpPr txBox="1"/>
          <p:nvPr>
            <p:custDataLst>
              <p:tags r:id="rId4"/>
            </p:custDataLst>
          </p:nvPr>
        </p:nvSpPr>
        <p:spPr>
          <a:xfrm>
            <a:off x="6220143" y="1251208"/>
            <a:ext cx="1366520" cy="400050"/>
          </a:xfrm>
          <a:prstGeom prst="rect">
            <a:avLst/>
          </a:prstGeom>
          <a:noFill/>
        </p:spPr>
        <p:txBody>
          <a:bodyPr wrap="square" rtlCol="0">
            <a:normAutofit fontScale="92500" lnSpcReduction="20000"/>
          </a:bodyPr>
          <a:p>
            <a:pPr>
              <a:lnSpc>
                <a:spcPct val="120000"/>
              </a:lnSpc>
            </a:pPr>
            <a:r>
              <a:rPr lang="en-US" altLang="zh-CN" sz="2000">
                <a:solidFill>
                  <a:schemeClr val="tx1">
                    <a:lumMod val="85000"/>
                    <a:lumOff val="15000"/>
                  </a:schemeClr>
                </a:solidFill>
                <a:latin typeface="Arial" panose="020B0604020202020204" pitchFamily="34" charset="0"/>
                <a:ea typeface="微软雅黑" panose="020B0503020204020204" charset="-122"/>
                <a:sym typeface="Arial" panose="020B0604020202020204" pitchFamily="34" charset="0"/>
              </a:rPr>
              <a:t>/ Contents</a:t>
            </a:r>
            <a:endParaRPr lang="en-US" altLang="zh-CN" sz="2000">
              <a:solidFill>
                <a:schemeClr val="tx1">
                  <a:lumMod val="85000"/>
                  <a:lumOff val="15000"/>
                </a:schemeClr>
              </a:solidFill>
              <a:latin typeface="Arial" panose="020B0604020202020204" pitchFamily="34" charset="0"/>
              <a:ea typeface="微软雅黑" panose="020B0503020204020204" charset="-122"/>
              <a:sym typeface="Arial" panose="020B0604020202020204" pitchFamily="34" charset="0"/>
            </a:endParaRPr>
          </a:p>
        </p:txBody>
      </p:sp>
      <p:sp>
        <p:nvSpPr>
          <p:cNvPr id="27" name="矩形 26"/>
          <p:cNvSpPr/>
          <p:nvPr>
            <p:custDataLst>
              <p:tags r:id="rId5"/>
            </p:custDataLst>
          </p:nvPr>
        </p:nvSpPr>
        <p:spPr>
          <a:xfrm>
            <a:off x="4605338" y="863858"/>
            <a:ext cx="1604010" cy="831215"/>
          </a:xfrm>
          <a:prstGeom prst="rect">
            <a:avLst/>
          </a:prstGeom>
        </p:spPr>
        <p:txBody>
          <a:bodyPr wrap="square" anchor="b" anchorCtr="0">
            <a:normAutofit fontScale="92500" lnSpcReduction="10000"/>
          </a:bodyPr>
          <a:p>
            <a:pPr algn="r" fontAlgn="auto">
              <a:lnSpc>
                <a:spcPct val="120000"/>
              </a:lnSpc>
            </a:pPr>
            <a:r>
              <a:rPr lang="zh-CN" altLang="en-US" sz="4800">
                <a:solidFill>
                  <a:schemeClr val="tx1">
                    <a:lumMod val="85000"/>
                    <a:lumOff val="15000"/>
                  </a:schemeClr>
                </a:solidFill>
                <a:latin typeface="Arial" panose="020B0604020202020204" pitchFamily="34" charset="0"/>
                <a:ea typeface="汉仪旗黑-85S" panose="00020600040101010101" pitchFamily="18" charset="-122"/>
                <a:sym typeface="Arial" panose="020B0604020202020204" pitchFamily="34" charset="0"/>
              </a:rPr>
              <a:t>目 录</a:t>
            </a:r>
            <a:endParaRPr lang="zh-CN" altLang="en-US" sz="4800">
              <a:solidFill>
                <a:schemeClr val="tx1">
                  <a:lumMod val="85000"/>
                  <a:lumOff val="15000"/>
                </a:schemeClr>
              </a:solidFill>
              <a:latin typeface="Arial" panose="020B0604020202020204" pitchFamily="34" charset="0"/>
              <a:ea typeface="汉仪旗黑-85S" panose="00020600040101010101" pitchFamily="18" charset="-122"/>
              <a:sym typeface="Arial" panose="020B0604020202020204" pitchFamily="34" charset="0"/>
            </a:endParaRPr>
          </a:p>
        </p:txBody>
      </p:sp>
      <p:sp>
        <p:nvSpPr>
          <p:cNvPr id="8" name="矩形 7"/>
          <p:cNvSpPr/>
          <p:nvPr>
            <p:custDataLst>
              <p:tags r:id="rId6"/>
            </p:custDataLst>
          </p:nvPr>
        </p:nvSpPr>
        <p:spPr>
          <a:xfrm>
            <a:off x="1943100" y="4623435"/>
            <a:ext cx="793115" cy="793115"/>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lnSpc>
                <a:spcPct val="120000"/>
              </a:lnSpc>
            </a:pPr>
            <a:endParaRPr lang="zh-CN" altLang="en-US">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9" name="矩形 8"/>
          <p:cNvSpPr/>
          <p:nvPr>
            <p:custDataLst>
              <p:tags r:id="rId7"/>
            </p:custDataLst>
          </p:nvPr>
        </p:nvSpPr>
        <p:spPr>
          <a:xfrm>
            <a:off x="2930525" y="4606290"/>
            <a:ext cx="2870200" cy="41783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0" numCol="1" spcCol="0" rtlCol="0" fromWordArt="0" anchor="ctr" anchorCtr="0" forceAA="0" compatLnSpc="1">
            <a:normAutofit/>
          </a:bodyPr>
          <a:p>
            <a:pPr lvl="0" algn="l">
              <a:lnSpc>
                <a:spcPct val="120000"/>
              </a:lnSpc>
              <a:buClrTx/>
              <a:buSzTx/>
              <a:buFontTx/>
            </a:pPr>
            <a:r>
              <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rPr>
              <a:t>报价表</a:t>
            </a:r>
            <a:endPar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endParaRPr>
          </a:p>
        </p:txBody>
      </p:sp>
      <p:sp>
        <p:nvSpPr>
          <p:cNvPr id="10" name="文本框 9"/>
          <p:cNvSpPr txBox="1"/>
          <p:nvPr>
            <p:custDataLst>
              <p:tags r:id="rId8"/>
            </p:custDataLst>
          </p:nvPr>
        </p:nvSpPr>
        <p:spPr>
          <a:xfrm>
            <a:off x="2930525" y="5067935"/>
            <a:ext cx="2870200" cy="926465"/>
          </a:xfrm>
          <a:prstGeom prst="rect">
            <a:avLst/>
          </a:prstGeom>
          <a:noFill/>
        </p:spPr>
        <p:txBody>
          <a:bodyPr wrap="square" lIns="91440" tIns="0" rIns="91440" bIns="45720">
            <a:normAutofit/>
          </a:bodyPr>
          <a:p>
            <a:pPr lvl="0" algn="l">
              <a:lnSpc>
                <a:spcPct val="120000"/>
              </a:lnSpc>
              <a:buClrTx/>
              <a:buSzTx/>
              <a:buFontTx/>
            </a:pPr>
            <a:r>
              <a:rPr lang="en-US" altLang="zh-CN" sz="1600" spc="150">
                <a:solidFill>
                  <a:schemeClr val="tx1">
                    <a:lumMod val="65000"/>
                    <a:lumOff val="35000"/>
                  </a:schemeClr>
                </a:solidFill>
                <a:uFillTx/>
                <a:latin typeface="Arial" panose="020B0604020202020204" pitchFamily="34" charset="0"/>
                <a:ea typeface="微软雅黑" panose="020B0503020204020204" charset="-122"/>
                <a:sym typeface="Arial" panose="020B0604020202020204" pitchFamily="34" charset="0"/>
              </a:rPr>
              <a:t> </a:t>
            </a:r>
            <a:endParaRPr lang="en-US" altLang="zh-CN" sz="1600" spc="150">
              <a:solidFill>
                <a:schemeClr val="tx1">
                  <a:lumMod val="65000"/>
                  <a:lumOff val="35000"/>
                </a:schemeClr>
              </a:solidFill>
              <a:uFillTx/>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custDataLst>
              <p:tags r:id="rId9"/>
            </p:custDataLst>
          </p:nvPr>
        </p:nvSpPr>
        <p:spPr>
          <a:xfrm>
            <a:off x="2019935" y="4739005"/>
            <a:ext cx="640080" cy="584835"/>
          </a:xfrm>
          <a:prstGeom prst="rect">
            <a:avLst/>
          </a:prstGeom>
        </p:spPr>
        <p:txBody>
          <a:bodyPr wrap="square" anchor="ctr" anchorCtr="0">
            <a:normAutofit/>
          </a:bodyPr>
          <a:p>
            <a:pPr lvl="0" algn="ctr">
              <a:buClrTx/>
              <a:buSzTx/>
              <a:buFontTx/>
            </a:pPr>
            <a:r>
              <a:rPr lang="en-US" altLang="zh-CN" sz="3200" b="1" dirty="0">
                <a:solidFill>
                  <a:schemeClr val="accent2"/>
                </a:solidFill>
                <a:latin typeface="Arial" panose="020B0604020202020204" pitchFamily="34" charset="0"/>
                <a:ea typeface="微软雅黑" panose="020B0503020204020204" charset="-122"/>
                <a:sym typeface="Arial" panose="020B0604020202020204" pitchFamily="34" charset="0"/>
              </a:rPr>
              <a:t>03</a:t>
            </a:r>
            <a:endParaRPr lang="en-US" altLang="zh-CN" sz="3200" b="1" dirty="0">
              <a:solidFill>
                <a:schemeClr val="accent2"/>
              </a:solidFill>
              <a:latin typeface="Arial" panose="020B0604020202020204" pitchFamily="34" charset="0"/>
              <a:ea typeface="微软雅黑" panose="020B0503020204020204" charset="-122"/>
              <a:sym typeface="Arial" panose="020B0604020202020204" pitchFamily="34" charset="0"/>
            </a:endParaRPr>
          </a:p>
        </p:txBody>
      </p:sp>
      <p:sp>
        <p:nvSpPr>
          <p:cNvPr id="7" name="矩形 6"/>
          <p:cNvSpPr/>
          <p:nvPr>
            <p:custDataLst>
              <p:tags r:id="rId10"/>
            </p:custDataLst>
          </p:nvPr>
        </p:nvSpPr>
        <p:spPr>
          <a:xfrm>
            <a:off x="6391275" y="4623435"/>
            <a:ext cx="793115" cy="793115"/>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lnSpc>
                <a:spcPct val="120000"/>
              </a:lnSpc>
            </a:pPr>
            <a:endParaRPr lang="zh-CN" altLang="en-US">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2" name="矩形 11"/>
          <p:cNvSpPr/>
          <p:nvPr>
            <p:custDataLst>
              <p:tags r:id="rId11"/>
            </p:custDataLst>
          </p:nvPr>
        </p:nvSpPr>
        <p:spPr>
          <a:xfrm>
            <a:off x="7378700" y="4606290"/>
            <a:ext cx="2870200" cy="41783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0" numCol="1" spcCol="0" rtlCol="0" fromWordArt="0" anchor="ctr" anchorCtr="0" forceAA="0" compatLnSpc="1">
            <a:normAutofit/>
          </a:bodyPr>
          <a:p>
            <a:pPr lvl="0" algn="l">
              <a:lnSpc>
                <a:spcPct val="120000"/>
              </a:lnSpc>
              <a:buClrTx/>
              <a:buSzTx/>
              <a:buFontTx/>
            </a:pPr>
            <a:r>
              <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rPr>
              <a:t>注意</a:t>
            </a:r>
            <a:r>
              <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rPr>
              <a:t>事项</a:t>
            </a:r>
            <a:endPar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endParaRPr>
          </a:p>
        </p:txBody>
      </p:sp>
      <p:sp>
        <p:nvSpPr>
          <p:cNvPr id="15" name="矩形 14"/>
          <p:cNvSpPr/>
          <p:nvPr>
            <p:custDataLst>
              <p:tags r:id="rId12"/>
            </p:custDataLst>
          </p:nvPr>
        </p:nvSpPr>
        <p:spPr>
          <a:xfrm>
            <a:off x="6468110" y="4739005"/>
            <a:ext cx="640080" cy="584835"/>
          </a:xfrm>
          <a:prstGeom prst="rect">
            <a:avLst/>
          </a:prstGeom>
        </p:spPr>
        <p:txBody>
          <a:bodyPr wrap="square" anchor="ctr" anchorCtr="0">
            <a:normAutofit/>
          </a:bodyPr>
          <a:p>
            <a:pPr lvl="0" algn="ctr">
              <a:buClrTx/>
              <a:buSzTx/>
              <a:buFontTx/>
            </a:pPr>
            <a:r>
              <a:rPr lang="en-US" altLang="zh-CN" sz="3200" b="1" dirty="0">
                <a:solidFill>
                  <a:schemeClr val="accent2"/>
                </a:solidFill>
                <a:latin typeface="Arial" panose="020B0604020202020204" pitchFamily="34" charset="0"/>
                <a:ea typeface="微软雅黑" panose="020B0503020204020204" charset="-122"/>
                <a:sym typeface="Arial" panose="020B0604020202020204" pitchFamily="34" charset="0"/>
              </a:rPr>
              <a:t>04</a:t>
            </a:r>
            <a:endParaRPr lang="en-US" altLang="zh-CN" sz="3200" b="1" dirty="0">
              <a:solidFill>
                <a:schemeClr val="accent2"/>
              </a:solidFill>
              <a:latin typeface="Arial" panose="020B0604020202020204" pitchFamily="34" charset="0"/>
              <a:ea typeface="微软雅黑" panose="020B0503020204020204" charset="-122"/>
              <a:sym typeface="Arial" panose="020B0604020202020204" pitchFamily="34" charset="0"/>
            </a:endParaRPr>
          </a:p>
        </p:txBody>
      </p:sp>
      <p:sp>
        <p:nvSpPr>
          <p:cNvPr id="33" name="矩形 32"/>
          <p:cNvSpPr/>
          <p:nvPr>
            <p:custDataLst>
              <p:tags r:id="rId13"/>
            </p:custDataLst>
          </p:nvPr>
        </p:nvSpPr>
        <p:spPr>
          <a:xfrm>
            <a:off x="1943100" y="2561590"/>
            <a:ext cx="793115" cy="793115"/>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lnSpc>
                <a:spcPct val="120000"/>
              </a:lnSpc>
            </a:pPr>
            <a:endParaRPr lang="zh-CN" altLang="en-US">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34" name="矩形 33"/>
          <p:cNvSpPr/>
          <p:nvPr>
            <p:custDataLst>
              <p:tags r:id="rId14"/>
            </p:custDataLst>
          </p:nvPr>
        </p:nvSpPr>
        <p:spPr>
          <a:xfrm>
            <a:off x="2930525" y="2544445"/>
            <a:ext cx="2293620" cy="87884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0" numCol="1" spcCol="0" rtlCol="0" fromWordArt="0" anchor="ctr" anchorCtr="0" forceAA="0" compatLnSpc="1">
            <a:normAutofit/>
          </a:bodyPr>
          <a:p>
            <a:pPr lvl="0" algn="l">
              <a:lnSpc>
                <a:spcPct val="120000"/>
              </a:lnSpc>
              <a:buClrTx/>
              <a:buSzTx/>
              <a:buFontTx/>
            </a:pPr>
            <a:r>
              <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rPr>
              <a:t>快递的特点及国际的主要快递</a:t>
            </a:r>
            <a:endPar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endParaRPr>
          </a:p>
        </p:txBody>
      </p:sp>
      <p:sp>
        <p:nvSpPr>
          <p:cNvPr id="35" name="文本框 34"/>
          <p:cNvSpPr txBox="1"/>
          <p:nvPr>
            <p:custDataLst>
              <p:tags r:id="rId15"/>
            </p:custDataLst>
          </p:nvPr>
        </p:nvSpPr>
        <p:spPr>
          <a:xfrm>
            <a:off x="2930525" y="3006090"/>
            <a:ext cx="2870200" cy="926465"/>
          </a:xfrm>
          <a:prstGeom prst="rect">
            <a:avLst/>
          </a:prstGeom>
          <a:noFill/>
        </p:spPr>
        <p:txBody>
          <a:bodyPr wrap="square" lIns="91440" tIns="0" rIns="91440" bIns="45720">
            <a:normAutofit/>
          </a:bodyPr>
          <a:p>
            <a:pPr lvl="0" algn="l">
              <a:lnSpc>
                <a:spcPct val="120000"/>
              </a:lnSpc>
              <a:buClrTx/>
              <a:buSzTx/>
              <a:buFontTx/>
            </a:pPr>
            <a:r>
              <a:rPr lang="en-US" altLang="zh-CN" sz="1600" spc="150">
                <a:solidFill>
                  <a:schemeClr val="tx1">
                    <a:lumMod val="65000"/>
                    <a:lumOff val="35000"/>
                  </a:schemeClr>
                </a:solidFill>
                <a:uFillTx/>
                <a:latin typeface="Arial" panose="020B0604020202020204" pitchFamily="34" charset="0"/>
                <a:ea typeface="微软雅黑" panose="020B0503020204020204" charset="-122"/>
                <a:sym typeface="Arial" panose="020B0604020202020204" pitchFamily="34" charset="0"/>
              </a:rPr>
              <a:t> </a:t>
            </a:r>
            <a:endParaRPr lang="en-US" altLang="zh-CN" sz="1600" spc="150">
              <a:solidFill>
                <a:schemeClr val="tx1">
                  <a:lumMod val="65000"/>
                  <a:lumOff val="35000"/>
                </a:schemeClr>
              </a:solidFill>
              <a:uFillTx/>
              <a:latin typeface="Arial" panose="020B0604020202020204" pitchFamily="34" charset="0"/>
              <a:ea typeface="微软雅黑" panose="020B0503020204020204" charset="-122"/>
              <a:sym typeface="Arial" panose="020B0604020202020204" pitchFamily="34" charset="0"/>
            </a:endParaRPr>
          </a:p>
        </p:txBody>
      </p:sp>
      <p:sp>
        <p:nvSpPr>
          <p:cNvPr id="36" name="矩形 35"/>
          <p:cNvSpPr/>
          <p:nvPr>
            <p:custDataLst>
              <p:tags r:id="rId16"/>
            </p:custDataLst>
          </p:nvPr>
        </p:nvSpPr>
        <p:spPr>
          <a:xfrm>
            <a:off x="2019935" y="2677160"/>
            <a:ext cx="640080" cy="584835"/>
          </a:xfrm>
          <a:prstGeom prst="rect">
            <a:avLst/>
          </a:prstGeom>
        </p:spPr>
        <p:txBody>
          <a:bodyPr wrap="square" anchor="ctr" anchorCtr="0">
            <a:normAutofit/>
          </a:bodyPr>
          <a:p>
            <a:pPr lvl="0" algn="ctr">
              <a:buClrTx/>
              <a:buSzTx/>
              <a:buFontTx/>
            </a:pPr>
            <a:r>
              <a:rPr lang="en-US" altLang="zh-CN" sz="3200" b="1" dirty="0">
                <a:solidFill>
                  <a:schemeClr val="accent2"/>
                </a:solidFill>
                <a:latin typeface="Arial" panose="020B0604020202020204" pitchFamily="34" charset="0"/>
                <a:ea typeface="微软雅黑" panose="020B0503020204020204" charset="-122"/>
                <a:sym typeface="Arial" panose="020B0604020202020204" pitchFamily="34" charset="0"/>
              </a:rPr>
              <a:t>01</a:t>
            </a:r>
            <a:endParaRPr lang="en-US" altLang="zh-CN" sz="3200" b="1" dirty="0">
              <a:solidFill>
                <a:schemeClr val="accent2"/>
              </a:solidFill>
              <a:latin typeface="Arial" panose="020B0604020202020204" pitchFamily="34" charset="0"/>
              <a:ea typeface="微软雅黑" panose="020B0503020204020204" charset="-122"/>
              <a:sym typeface="Arial" panose="020B0604020202020204" pitchFamily="34" charset="0"/>
            </a:endParaRPr>
          </a:p>
        </p:txBody>
      </p:sp>
      <p:sp>
        <p:nvSpPr>
          <p:cNvPr id="37" name="矩形 36"/>
          <p:cNvSpPr/>
          <p:nvPr>
            <p:custDataLst>
              <p:tags r:id="rId17"/>
            </p:custDataLst>
          </p:nvPr>
        </p:nvSpPr>
        <p:spPr>
          <a:xfrm>
            <a:off x="6391275" y="2561590"/>
            <a:ext cx="793115" cy="793115"/>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lnSpc>
                <a:spcPct val="120000"/>
              </a:lnSpc>
            </a:pPr>
            <a:endParaRPr lang="zh-CN" altLang="en-US">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38" name="矩形 37"/>
          <p:cNvSpPr/>
          <p:nvPr>
            <p:custDataLst>
              <p:tags r:id="rId18"/>
            </p:custDataLst>
          </p:nvPr>
        </p:nvSpPr>
        <p:spPr>
          <a:xfrm>
            <a:off x="7378700" y="2561590"/>
            <a:ext cx="1784985" cy="79375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0" numCol="1" spcCol="0" rtlCol="0" fromWordArt="0" anchor="ctr" anchorCtr="0" forceAA="0" compatLnSpc="1">
            <a:normAutofit/>
          </a:bodyPr>
          <a:p>
            <a:pPr lvl="0" algn="l">
              <a:lnSpc>
                <a:spcPct val="120000"/>
              </a:lnSpc>
              <a:buClrTx/>
              <a:buSzTx/>
              <a:buFontTx/>
            </a:pPr>
            <a:r>
              <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rPr>
              <a:t>快递重量计算和风险点</a:t>
            </a:r>
            <a:endParaRPr lang="zh-CN" altLang="en-US" sz="2000" b="1" spc="300">
              <a:solidFill>
                <a:schemeClr val="tx1">
                  <a:lumMod val="85000"/>
                  <a:lumOff val="15000"/>
                </a:schemeClr>
              </a:solidFill>
              <a:uFillTx/>
              <a:latin typeface="Arial" panose="020B0604020202020204" pitchFamily="34" charset="0"/>
              <a:ea typeface="微软雅黑" panose="020B0503020204020204" charset="-122"/>
              <a:cs typeface="Arial" panose="020B0604020202020204" pitchFamily="34" charset="0"/>
              <a:sym typeface="Arial" panose="020B0604020202020204" pitchFamily="34" charset="0"/>
            </a:endParaRPr>
          </a:p>
        </p:txBody>
      </p:sp>
      <p:sp>
        <p:nvSpPr>
          <p:cNvPr id="39" name="文本框 38"/>
          <p:cNvSpPr txBox="1"/>
          <p:nvPr>
            <p:custDataLst>
              <p:tags r:id="rId19"/>
            </p:custDataLst>
          </p:nvPr>
        </p:nvSpPr>
        <p:spPr>
          <a:xfrm>
            <a:off x="7378700" y="3005455"/>
            <a:ext cx="2870200" cy="926465"/>
          </a:xfrm>
          <a:prstGeom prst="rect">
            <a:avLst/>
          </a:prstGeom>
          <a:noFill/>
        </p:spPr>
        <p:txBody>
          <a:bodyPr wrap="square" lIns="91440" tIns="0" rIns="91440" bIns="45720">
            <a:normAutofit/>
          </a:bodyPr>
          <a:p>
            <a:pPr lvl="0" algn="l">
              <a:lnSpc>
                <a:spcPct val="120000"/>
              </a:lnSpc>
              <a:buClrTx/>
              <a:buSzTx/>
              <a:buFontTx/>
            </a:pPr>
            <a:r>
              <a:rPr lang="en-US" altLang="zh-CN" sz="1600" spc="150">
                <a:solidFill>
                  <a:schemeClr val="tx1">
                    <a:lumMod val="65000"/>
                    <a:lumOff val="35000"/>
                  </a:schemeClr>
                </a:solidFill>
                <a:uFillTx/>
                <a:latin typeface="Arial" panose="020B0604020202020204" pitchFamily="34" charset="0"/>
                <a:ea typeface="微软雅黑" panose="020B0503020204020204" charset="-122"/>
                <a:sym typeface="Arial" panose="020B0604020202020204" pitchFamily="34" charset="0"/>
              </a:rPr>
              <a:t> </a:t>
            </a:r>
            <a:endParaRPr lang="en-US" altLang="zh-CN" sz="1600" spc="150">
              <a:solidFill>
                <a:schemeClr val="tx1">
                  <a:lumMod val="65000"/>
                  <a:lumOff val="35000"/>
                </a:schemeClr>
              </a:solidFill>
              <a:uFillTx/>
              <a:latin typeface="Arial" panose="020B0604020202020204" pitchFamily="34" charset="0"/>
              <a:ea typeface="微软雅黑" panose="020B0503020204020204" charset="-122"/>
              <a:sym typeface="Arial" panose="020B0604020202020204" pitchFamily="34" charset="0"/>
            </a:endParaRPr>
          </a:p>
        </p:txBody>
      </p:sp>
      <p:sp>
        <p:nvSpPr>
          <p:cNvPr id="40" name="矩形 39"/>
          <p:cNvSpPr/>
          <p:nvPr>
            <p:custDataLst>
              <p:tags r:id="rId20"/>
            </p:custDataLst>
          </p:nvPr>
        </p:nvSpPr>
        <p:spPr>
          <a:xfrm>
            <a:off x="6468110" y="2677160"/>
            <a:ext cx="640080" cy="584835"/>
          </a:xfrm>
          <a:prstGeom prst="rect">
            <a:avLst/>
          </a:prstGeom>
        </p:spPr>
        <p:txBody>
          <a:bodyPr wrap="square" anchor="ctr" anchorCtr="0">
            <a:normAutofit/>
          </a:bodyPr>
          <a:p>
            <a:pPr lvl="0" algn="ctr">
              <a:buClrTx/>
              <a:buSzTx/>
              <a:buFontTx/>
            </a:pPr>
            <a:r>
              <a:rPr lang="en-US" altLang="zh-CN" sz="3200" b="1" dirty="0">
                <a:solidFill>
                  <a:schemeClr val="accent2"/>
                </a:solidFill>
                <a:latin typeface="Arial" panose="020B0604020202020204" pitchFamily="34" charset="0"/>
                <a:ea typeface="微软雅黑" panose="020B0503020204020204" charset="-122"/>
                <a:sym typeface="Arial" panose="020B0604020202020204" pitchFamily="34" charset="0"/>
              </a:rPr>
              <a:t>02</a:t>
            </a:r>
            <a:endParaRPr lang="en-US" altLang="zh-CN" sz="3200" b="1" dirty="0">
              <a:solidFill>
                <a:schemeClr val="accent2"/>
              </a:solidFill>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9" name="文本框 4"/>
          <p:cNvSpPr txBox="1"/>
          <p:nvPr>
            <p:custDataLst>
              <p:tags r:id="rId3"/>
            </p:custDataLst>
          </p:nvPr>
        </p:nvSpPr>
        <p:spPr>
          <a:xfrm>
            <a:off x="6797040" y="1807210"/>
            <a:ext cx="4652645" cy="4533265"/>
          </a:xfrm>
          <a:prstGeom prst="rect">
            <a:avLst/>
          </a:prstGeom>
          <a:noFill/>
        </p:spPr>
        <p:txBody>
          <a:bodyPr wrap="square" lIns="90000" tIns="46800" rIns="90000" bIns="46800" rtlCol="0">
            <a:normAutofit lnSpcReduction="2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60000"/>
              </a:lnSpc>
            </a:pPr>
            <a:endParaRPr lang="zh-CN" altLang="en-US" b="1" dirty="0">
              <a:solidFill>
                <a:schemeClr val="tx1">
                  <a:lumMod val="85000"/>
                  <a:lumOff val="15000"/>
                </a:schemeClr>
              </a:solidFill>
              <a:latin typeface="Arial" panose="020B0604020202020204" pitchFamily="34" charset="0"/>
              <a:ea typeface="微软雅黑" panose="020B0503020204020204" charset="-122"/>
            </a:endParaRPr>
          </a:p>
          <a:p>
            <a:pPr>
              <a:lnSpc>
                <a:spcPct val="160000"/>
              </a:lnSpc>
            </a:pPr>
            <a:r>
              <a:rPr lang="zh-CN" altLang="en-US" b="1">
                <a:solidFill>
                  <a:schemeClr val="tx2"/>
                </a:solidFill>
                <a:latin typeface="仿宋" panose="02010609060101010101" charset="-122"/>
                <a:ea typeface="仿宋" panose="02010609060101010101" charset="-122"/>
                <a:cs typeface="仿宋" panose="02010609060101010101" charset="-122"/>
                <a:sym typeface="+mn-ea"/>
              </a:rPr>
              <a:t>国际</a:t>
            </a:r>
            <a:r>
              <a:rPr lang="en-US" altLang="zh-CN" b="1">
                <a:solidFill>
                  <a:schemeClr val="tx2"/>
                </a:solidFill>
                <a:latin typeface="仿宋" panose="02010609060101010101" charset="-122"/>
                <a:ea typeface="仿宋" panose="02010609060101010101" charset="-122"/>
                <a:cs typeface="仿宋" panose="02010609060101010101" charset="-122"/>
                <a:sym typeface="+mn-ea"/>
              </a:rPr>
              <a:t>快递</a:t>
            </a:r>
            <a:r>
              <a:rPr lang="zh-CN" altLang="en-US" b="1">
                <a:solidFill>
                  <a:schemeClr val="tx2"/>
                </a:solidFill>
                <a:latin typeface="仿宋" panose="02010609060101010101" charset="-122"/>
                <a:ea typeface="仿宋" panose="02010609060101010101" charset="-122"/>
                <a:cs typeface="仿宋" panose="02010609060101010101" charset="-122"/>
                <a:sym typeface="+mn-ea"/>
              </a:rPr>
              <a:t>含义：</a:t>
            </a:r>
            <a:endParaRPr lang="zh-CN" altLang="en-US" b="1">
              <a:solidFill>
                <a:schemeClr val="tx2"/>
              </a:solidFill>
              <a:latin typeface="仿宋" panose="02010609060101010101" charset="-122"/>
              <a:ea typeface="仿宋" panose="02010609060101010101" charset="-122"/>
              <a:cs typeface="仿宋" panose="02010609060101010101" charset="-122"/>
              <a:sym typeface="+mn-ea"/>
            </a:endParaRPr>
          </a:p>
          <a:p>
            <a:pPr>
              <a:lnSpc>
                <a:spcPct val="160000"/>
              </a:lnSpc>
            </a:pPr>
            <a:r>
              <a:rPr lang="en-US" altLang="zh-CN" b="1">
                <a:solidFill>
                  <a:srgbClr val="FF0000"/>
                </a:solidFill>
                <a:latin typeface="仿宋" panose="02010609060101010101" charset="-122"/>
                <a:ea typeface="仿宋" panose="02010609060101010101" charset="-122"/>
                <a:cs typeface="仿宋" panose="02010609060101010101" charset="-122"/>
                <a:sym typeface="+mn-ea"/>
              </a:rPr>
              <a:t>国际快递是指在两个或两个以上国家(或地区)之间所进行的快递、物流业务</a:t>
            </a:r>
            <a:r>
              <a:rPr lang="zh-CN" altLang="en-US" b="1">
                <a:solidFill>
                  <a:schemeClr val="tx2"/>
                </a:solidFill>
                <a:latin typeface="仿宋" panose="02010609060101010101" charset="-122"/>
                <a:ea typeface="仿宋" panose="02010609060101010101" charset="-122"/>
                <a:cs typeface="仿宋" panose="02010609060101010101" charset="-122"/>
                <a:sym typeface="+mn-ea"/>
              </a:rPr>
              <a:t>。</a:t>
            </a:r>
            <a:r>
              <a:rPr lang="en-US" altLang="zh-CN" b="1">
                <a:solidFill>
                  <a:schemeClr val="tx2"/>
                </a:solidFill>
                <a:latin typeface="仿宋" panose="02010609060101010101" charset="-122"/>
                <a:ea typeface="仿宋" panose="02010609060101010101" charset="-122"/>
                <a:cs typeface="仿宋" panose="02010609060101010101" charset="-122"/>
                <a:sym typeface="+mn-ea"/>
              </a:rPr>
              <a:t>国家与国家(或地区)传递信函、商业文件及物品的递送业务,即是通过国家之间的边境口岸和海关对快件进行检验放行的运送方式</a:t>
            </a:r>
            <a:r>
              <a:rPr lang="zh-CN" altLang="en-US" b="1">
                <a:solidFill>
                  <a:schemeClr val="tx2"/>
                </a:solidFill>
                <a:latin typeface="仿宋" panose="02010609060101010101" charset="-122"/>
                <a:ea typeface="仿宋" panose="02010609060101010101" charset="-122"/>
                <a:cs typeface="仿宋" panose="02010609060101010101" charset="-122"/>
                <a:sym typeface="+mn-ea"/>
              </a:rPr>
              <a:t>。</a:t>
            </a:r>
            <a:endParaRPr lang="zh-CN" altLang="en-US" b="1">
              <a:solidFill>
                <a:schemeClr val="tx2"/>
              </a:solidFill>
              <a:latin typeface="仿宋" panose="02010609060101010101" charset="-122"/>
              <a:ea typeface="仿宋" panose="02010609060101010101" charset="-122"/>
              <a:cs typeface="仿宋" panose="02010609060101010101" charset="-122"/>
              <a:sym typeface="+mn-ea"/>
            </a:endParaRPr>
          </a:p>
        </p:txBody>
      </p:sp>
      <p:cxnSp>
        <p:nvCxnSpPr>
          <p:cNvPr id="6" name="直接连接符 5"/>
          <p:cNvCxnSpPr/>
          <p:nvPr>
            <p:custDataLst>
              <p:tags r:id="rId4"/>
            </p:custDataLst>
          </p:nvPr>
        </p:nvCxnSpPr>
        <p:spPr>
          <a:xfrm flipH="1">
            <a:off x="1475105" y="1958975"/>
            <a:ext cx="19685" cy="4229735"/>
          </a:xfrm>
          <a:prstGeom prst="line">
            <a:avLst/>
          </a:prstGeom>
          <a:ln w="19050">
            <a:solidFill>
              <a:schemeClr val="accent1">
                <a:alpha val="29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5"/>
            </p:custDataLst>
          </p:nvPr>
        </p:nvPicPr>
        <p:blipFill>
          <a:blip r:embed="rId6"/>
          <a:stretch>
            <a:fillRect/>
          </a:stretch>
        </p:blipFill>
        <p:spPr>
          <a:xfrm>
            <a:off x="1786255" y="1958975"/>
            <a:ext cx="4479925" cy="4132580"/>
          </a:xfrm>
          <a:prstGeom prst="rect">
            <a:avLst/>
          </a:prstGeom>
        </p:spPr>
      </p:pic>
      <p:sp>
        <p:nvSpPr>
          <p:cNvPr id="7" name="文本框 6"/>
          <p:cNvSpPr txBox="1"/>
          <p:nvPr/>
        </p:nvSpPr>
        <p:spPr>
          <a:xfrm>
            <a:off x="1475105" y="1058545"/>
            <a:ext cx="2943225" cy="460375"/>
          </a:xfrm>
          <a:prstGeom prst="rect">
            <a:avLst/>
          </a:prstGeom>
          <a:noFill/>
        </p:spPr>
        <p:txBody>
          <a:bodyPr wrap="square" rtlCol="0">
            <a:spAutoFit/>
          </a:bodyPr>
          <a:p>
            <a:r>
              <a:rPr lang="zh-CN" altLang="en-US" sz="2400" b="1">
                <a:solidFill>
                  <a:srgbClr val="FF0000"/>
                </a:solidFill>
              </a:rPr>
              <a:t>国际快递的含义：</a:t>
            </a:r>
            <a:endParaRPr lang="zh-CN" altLang="en-US" sz="2400" b="1">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文本框 1"/>
          <p:cNvSpPr txBox="1"/>
          <p:nvPr/>
        </p:nvSpPr>
        <p:spPr>
          <a:xfrm>
            <a:off x="1421765" y="769620"/>
            <a:ext cx="5116195" cy="5948680"/>
          </a:xfrm>
          <a:prstGeom prst="rect">
            <a:avLst/>
          </a:prstGeom>
          <a:noFill/>
        </p:spPr>
        <p:txBody>
          <a:bodyPr wrap="square" rtlCol="0">
            <a:spAutoFit/>
          </a:bodyPr>
          <a:p>
            <a:pPr algn="l" fontAlgn="auto">
              <a:lnSpc>
                <a:spcPct val="140000"/>
              </a:lnSpc>
            </a:pPr>
            <a:r>
              <a:rPr lang="zh-CN" altLang="en-US" sz="3200">
                <a:solidFill>
                  <a:schemeClr val="tx1"/>
                </a:solidFill>
                <a:sym typeface="+mn-ea"/>
              </a:rPr>
              <a:t>快递的特点</a:t>
            </a:r>
            <a:endParaRPr lang="zh-CN" altLang="en-US" sz="3200">
              <a:solidFill>
                <a:schemeClr val="tx1"/>
              </a:solidFill>
              <a:sym typeface="+mn-ea"/>
            </a:endParaRPr>
          </a:p>
          <a:p>
            <a:pPr algn="l" fontAlgn="auto">
              <a:lnSpc>
                <a:spcPct val="140000"/>
              </a:lnSpc>
            </a:pPr>
            <a:r>
              <a:rPr lang="en-US" altLang="zh-CN" sz="2400">
                <a:solidFill>
                  <a:srgbClr val="FF0000"/>
                </a:solidFill>
                <a:sym typeface="+mn-ea"/>
              </a:rPr>
              <a:t>1</a:t>
            </a:r>
            <a:r>
              <a:rPr lang="zh-CN" altLang="en-US" sz="2400">
                <a:solidFill>
                  <a:srgbClr val="FF0000"/>
                </a:solidFill>
                <a:sym typeface="+mn-ea"/>
              </a:rPr>
              <a:t>，快</a:t>
            </a:r>
            <a:r>
              <a:rPr lang="zh-CN" altLang="en-US" sz="2400">
                <a:solidFill>
                  <a:schemeClr val="tx1"/>
                </a:solidFill>
                <a:sym typeface="+mn-ea"/>
              </a:rPr>
              <a:t>：快递正常时效一般</a:t>
            </a:r>
            <a:r>
              <a:rPr lang="en-US" altLang="zh-CN" sz="2400">
                <a:solidFill>
                  <a:schemeClr val="tx1"/>
                </a:solidFill>
                <a:sym typeface="+mn-ea"/>
              </a:rPr>
              <a:t>3-5</a:t>
            </a:r>
            <a:r>
              <a:rPr lang="zh-CN" altLang="en-US" sz="2400">
                <a:solidFill>
                  <a:schemeClr val="tx1"/>
                </a:solidFill>
                <a:sym typeface="+mn-ea"/>
              </a:rPr>
              <a:t>个工作日签收</a:t>
            </a:r>
            <a:endParaRPr lang="zh-CN" altLang="en-US" sz="2400">
              <a:solidFill>
                <a:schemeClr val="tx1"/>
              </a:solidFill>
              <a:sym typeface="+mn-ea"/>
            </a:endParaRPr>
          </a:p>
          <a:p>
            <a:pPr algn="l" fontAlgn="auto">
              <a:lnSpc>
                <a:spcPct val="140000"/>
              </a:lnSpc>
            </a:pPr>
            <a:endParaRPr lang="zh-CN" altLang="en-US" sz="2400">
              <a:solidFill>
                <a:schemeClr val="tx1"/>
              </a:solidFill>
            </a:endParaRPr>
          </a:p>
          <a:p>
            <a:pPr algn="l" fontAlgn="auto">
              <a:lnSpc>
                <a:spcPct val="140000"/>
              </a:lnSpc>
            </a:pPr>
            <a:r>
              <a:rPr lang="en-US" altLang="zh-CN" sz="2400">
                <a:solidFill>
                  <a:srgbClr val="FF0000"/>
                </a:solidFill>
                <a:sym typeface="+mn-ea"/>
              </a:rPr>
              <a:t>2</a:t>
            </a:r>
            <a:r>
              <a:rPr lang="zh-CN" altLang="en-US" sz="2400">
                <a:solidFill>
                  <a:srgbClr val="FF0000"/>
                </a:solidFill>
                <a:sym typeface="+mn-ea"/>
              </a:rPr>
              <a:t>，价格高：</a:t>
            </a:r>
            <a:r>
              <a:rPr lang="zh-CN" altLang="en-US" sz="2400">
                <a:solidFill>
                  <a:schemeClr val="tx1"/>
                </a:solidFill>
                <a:sym typeface="+mn-ea"/>
              </a:rPr>
              <a:t>快递与其他运输方式相比，价格一般是最高。</a:t>
            </a:r>
            <a:endParaRPr lang="zh-CN" altLang="en-US" sz="2400">
              <a:solidFill>
                <a:schemeClr val="tx1"/>
              </a:solidFill>
              <a:sym typeface="+mn-ea"/>
            </a:endParaRPr>
          </a:p>
          <a:p>
            <a:pPr algn="l" fontAlgn="auto">
              <a:lnSpc>
                <a:spcPct val="140000"/>
              </a:lnSpc>
            </a:pPr>
            <a:endParaRPr lang="zh-CN" altLang="en-US" sz="2400">
              <a:solidFill>
                <a:schemeClr val="tx1"/>
              </a:solidFill>
            </a:endParaRPr>
          </a:p>
          <a:p>
            <a:pPr algn="l" fontAlgn="auto">
              <a:lnSpc>
                <a:spcPct val="140000"/>
              </a:lnSpc>
            </a:pPr>
            <a:r>
              <a:rPr lang="en-US" altLang="zh-CN" sz="2400">
                <a:solidFill>
                  <a:srgbClr val="FF0000"/>
                </a:solidFill>
                <a:sym typeface="+mn-ea"/>
              </a:rPr>
              <a:t>3</a:t>
            </a:r>
            <a:r>
              <a:rPr lang="zh-CN" altLang="en-US" sz="2400">
                <a:solidFill>
                  <a:srgbClr val="FF0000"/>
                </a:solidFill>
                <a:sym typeface="+mn-ea"/>
              </a:rPr>
              <a:t>，</a:t>
            </a:r>
            <a:r>
              <a:rPr lang="en-US" altLang="zh-CN" sz="2400">
                <a:solidFill>
                  <a:srgbClr val="FF0000"/>
                </a:solidFill>
                <a:sym typeface="+mn-ea"/>
              </a:rPr>
              <a:t>DAP</a:t>
            </a:r>
            <a:r>
              <a:rPr lang="zh-CN" altLang="en-US" sz="2400">
                <a:solidFill>
                  <a:srgbClr val="FF0000"/>
                </a:solidFill>
                <a:sym typeface="+mn-ea"/>
              </a:rPr>
              <a:t>（</a:t>
            </a:r>
            <a:r>
              <a:rPr lang="en-US" altLang="zh-CN" sz="2400">
                <a:solidFill>
                  <a:srgbClr val="FF0000"/>
                </a:solidFill>
                <a:sym typeface="+mn-ea"/>
              </a:rPr>
              <a:t>DDU</a:t>
            </a:r>
            <a:r>
              <a:rPr lang="zh-CN" altLang="en-US" sz="2400">
                <a:solidFill>
                  <a:srgbClr val="FF0000"/>
                </a:solidFill>
                <a:sym typeface="+mn-ea"/>
              </a:rPr>
              <a:t>）模式：</a:t>
            </a:r>
            <a:r>
              <a:rPr lang="zh-CN" altLang="en-US" sz="2400">
                <a:solidFill>
                  <a:schemeClr val="tx1"/>
                </a:solidFill>
                <a:sym typeface="+mn-ea"/>
              </a:rPr>
              <a:t>快递运输价格一般不包含目的港关税，快递只协助清关。如果清关有问题，需要收货人协助或者自己清关</a:t>
            </a:r>
            <a:endParaRPr lang="zh-CN" altLang="en-US" sz="2400">
              <a:solidFill>
                <a:schemeClr val="tx1"/>
              </a:solidFill>
              <a:sym typeface="+mn-ea"/>
            </a:endParaRPr>
          </a:p>
        </p:txBody>
      </p:sp>
      <p:pic>
        <p:nvPicPr>
          <p:cNvPr id="6" name="图片 5"/>
          <p:cNvPicPr>
            <a:picLocks noChangeAspect="1"/>
          </p:cNvPicPr>
          <p:nvPr/>
        </p:nvPicPr>
        <p:blipFill>
          <a:blip r:embed="rId3"/>
          <a:stretch>
            <a:fillRect/>
          </a:stretch>
        </p:blipFill>
        <p:spPr>
          <a:xfrm>
            <a:off x="6762750" y="1768475"/>
            <a:ext cx="4020185" cy="4246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13" name="直角三角形 12"/>
          <p:cNvSpPr/>
          <p:nvPr>
            <p:custDataLst>
              <p:tags r:id="rId3"/>
            </p:custDataLst>
          </p:nvPr>
        </p:nvSpPr>
        <p:spPr>
          <a:xfrm rot="10800000">
            <a:off x="2918998" y="1953260"/>
            <a:ext cx="453832" cy="453832"/>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直角三角形 15"/>
          <p:cNvSpPr/>
          <p:nvPr>
            <p:custDataLst>
              <p:tags r:id="rId4"/>
            </p:custDataLst>
          </p:nvPr>
        </p:nvSpPr>
        <p:spPr>
          <a:xfrm rot="10800000">
            <a:off x="3029858" y="1953260"/>
            <a:ext cx="331193" cy="331193"/>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custDataLst>
              <p:tags r:id="rId5"/>
            </p:custDataLst>
          </p:nvPr>
        </p:nvSpPr>
        <p:spPr>
          <a:xfrm>
            <a:off x="453390" y="5738495"/>
            <a:ext cx="1987550" cy="808355"/>
          </a:xfrm>
          <a:prstGeom prst="rect">
            <a:avLst/>
          </a:prstGeom>
          <a:noFill/>
          <a:ln>
            <a:solidFill>
              <a:schemeClr val="bg1"/>
            </a:solidFill>
          </a:ln>
        </p:spPr>
        <p:txBody>
          <a:bodyPr wrap="square" lIns="90000" tIns="46800" rIns="90000" bIns="46800" anchor="ctr" anchorCtr="0">
            <a:normAutofit/>
          </a:bodyPr>
          <a:lstStyle>
            <a:defPPr>
              <a:defRPr lang="zh-CN"/>
            </a:defPPr>
            <a:lvl1pPr algn="ctr">
              <a:buSzPct val="25000"/>
              <a:defRPr sz="2000" b="1" spc="300">
                <a:latin typeface="微软雅黑" panose="020B0503020204020204" charset="-122"/>
                <a:ea typeface="微软雅黑" panose="020B0503020204020204" charset="-122"/>
              </a:defRPr>
            </a:lvl1pPr>
          </a:lstStyle>
          <a:p>
            <a:r>
              <a:rPr lang="en-US" altLang="zh-CN">
                <a:solidFill>
                  <a:schemeClr val="tx1">
                    <a:lumMod val="85000"/>
                    <a:lumOff val="15000"/>
                  </a:schemeClr>
                </a:solidFill>
              </a:rPr>
              <a:t>UPS</a:t>
            </a:r>
            <a:r>
              <a:rPr lang="zh-CN" altLang="en-US">
                <a:solidFill>
                  <a:schemeClr val="tx1">
                    <a:lumMod val="85000"/>
                    <a:lumOff val="15000"/>
                  </a:schemeClr>
                </a:solidFill>
              </a:rPr>
              <a:t>联合包裹</a:t>
            </a:r>
            <a:endParaRPr lang="zh-CN" altLang="en-US">
              <a:solidFill>
                <a:schemeClr val="tx1">
                  <a:lumMod val="85000"/>
                  <a:lumOff val="15000"/>
                </a:schemeClr>
              </a:solidFill>
            </a:endParaRPr>
          </a:p>
        </p:txBody>
      </p:sp>
      <p:sp>
        <p:nvSpPr>
          <p:cNvPr id="18" name="文本框 17"/>
          <p:cNvSpPr txBox="1"/>
          <p:nvPr>
            <p:custDataLst>
              <p:tags r:id="rId6"/>
            </p:custDataLst>
          </p:nvPr>
        </p:nvSpPr>
        <p:spPr>
          <a:xfrm>
            <a:off x="3029585" y="5849620"/>
            <a:ext cx="2261235" cy="625475"/>
          </a:xfrm>
          <a:prstGeom prst="rect">
            <a:avLst/>
          </a:prstGeom>
          <a:noFill/>
          <a:ln>
            <a:noFill/>
          </a:ln>
        </p:spPr>
        <p:txBody>
          <a:bodyPr wrap="square" lIns="90000" tIns="46800" rIns="90000" bIns="46800" anchor="ctr" anchorCtr="0">
            <a:normAutofit fontScale="90000"/>
          </a:bodyPr>
          <a:lstStyle>
            <a:defPPr>
              <a:defRPr lang="zh-CN"/>
            </a:defPPr>
            <a:lvl1pPr algn="ctr">
              <a:buSzPct val="25000"/>
              <a:defRPr sz="2000" b="1" spc="300">
                <a:latin typeface="微软雅黑" panose="020B0503020204020204" charset="-122"/>
                <a:ea typeface="微软雅黑" panose="020B0503020204020204" charset="-122"/>
              </a:defRPr>
            </a:lvl1pPr>
          </a:lstStyle>
          <a:p>
            <a:r>
              <a:rPr lang="en-US" altLang="zh-CN">
                <a:solidFill>
                  <a:schemeClr val="tx1">
                    <a:lumMod val="85000"/>
                    <a:lumOff val="15000"/>
                  </a:schemeClr>
                </a:solidFill>
              </a:rPr>
              <a:t>DHL</a:t>
            </a:r>
            <a:r>
              <a:rPr lang="zh-CN" altLang="en-US">
                <a:solidFill>
                  <a:schemeClr val="tx1">
                    <a:lumMod val="85000"/>
                    <a:lumOff val="15000"/>
                  </a:schemeClr>
                </a:solidFill>
              </a:rPr>
              <a:t>中外运敦豪</a:t>
            </a:r>
            <a:endParaRPr lang="zh-CN" altLang="en-US">
              <a:solidFill>
                <a:schemeClr val="tx1">
                  <a:lumMod val="85000"/>
                  <a:lumOff val="15000"/>
                </a:schemeClr>
              </a:solidFill>
            </a:endParaRPr>
          </a:p>
        </p:txBody>
      </p:sp>
      <p:sp>
        <p:nvSpPr>
          <p:cNvPr id="19" name="文本框 18"/>
          <p:cNvSpPr txBox="1"/>
          <p:nvPr>
            <p:custDataLst>
              <p:tags r:id="rId7"/>
            </p:custDataLst>
          </p:nvPr>
        </p:nvSpPr>
        <p:spPr>
          <a:xfrm>
            <a:off x="5541010" y="5849620"/>
            <a:ext cx="6330950" cy="476250"/>
          </a:xfrm>
          <a:prstGeom prst="rect">
            <a:avLst/>
          </a:prstGeom>
          <a:noFill/>
          <a:ln>
            <a:noFill/>
          </a:ln>
        </p:spPr>
        <p:txBody>
          <a:bodyPr wrap="square" lIns="90000" tIns="46800" rIns="90000" bIns="46800" anchor="ctr" anchorCtr="0">
            <a:normAutofit/>
          </a:bodyPr>
          <a:lstStyle>
            <a:defPPr>
              <a:defRPr lang="zh-CN"/>
            </a:defPPr>
            <a:lvl1pPr algn="ctr">
              <a:buSzPct val="25000"/>
              <a:defRPr sz="2000" b="1" spc="300">
                <a:latin typeface="微软雅黑" panose="020B0503020204020204" charset="-122"/>
                <a:ea typeface="微软雅黑" panose="020B0503020204020204" charset="-122"/>
              </a:defRPr>
            </a:lvl1pPr>
          </a:lstStyle>
          <a:p>
            <a:r>
              <a:rPr lang="en-US" altLang="zh-CN">
                <a:solidFill>
                  <a:schemeClr val="tx1">
                    <a:lumMod val="85000"/>
                    <a:lumOff val="15000"/>
                  </a:schemeClr>
                </a:solidFill>
              </a:rPr>
              <a:t>Fedex</a:t>
            </a:r>
            <a:r>
              <a:rPr lang="zh-CN" altLang="en-US">
                <a:solidFill>
                  <a:schemeClr val="tx1">
                    <a:lumMod val="85000"/>
                    <a:lumOff val="15000"/>
                  </a:schemeClr>
                </a:solidFill>
              </a:rPr>
              <a:t>联邦</a:t>
            </a:r>
            <a:r>
              <a:rPr lang="en-US" altLang="zh-CN">
                <a:solidFill>
                  <a:schemeClr val="tx1">
                    <a:lumMod val="85000"/>
                    <a:lumOff val="15000"/>
                  </a:schemeClr>
                </a:solidFill>
              </a:rPr>
              <a:t>               TNT</a:t>
            </a:r>
            <a:r>
              <a:rPr lang="zh-CN" altLang="en-US">
                <a:solidFill>
                  <a:schemeClr val="tx1">
                    <a:lumMod val="85000"/>
                    <a:lumOff val="15000"/>
                  </a:schemeClr>
                </a:solidFill>
              </a:rPr>
              <a:t>天地</a:t>
            </a:r>
            <a:endParaRPr lang="zh-CN" altLang="en-US">
              <a:solidFill>
                <a:schemeClr val="tx1">
                  <a:lumMod val="85000"/>
                  <a:lumOff val="15000"/>
                </a:schemeClr>
              </a:solidFill>
            </a:endParaRPr>
          </a:p>
        </p:txBody>
      </p:sp>
      <p:sp>
        <p:nvSpPr>
          <p:cNvPr id="20" name="文本框 19"/>
          <p:cNvSpPr txBox="1"/>
          <p:nvPr>
            <p:custDataLst>
              <p:tags r:id="rId8"/>
            </p:custDataLst>
          </p:nvPr>
        </p:nvSpPr>
        <p:spPr>
          <a:xfrm>
            <a:off x="453390" y="812800"/>
            <a:ext cx="9041130" cy="756920"/>
          </a:xfrm>
          <a:prstGeom prst="rect">
            <a:avLst/>
          </a:prstGeom>
          <a:noFill/>
          <a:ln>
            <a:noFill/>
          </a:ln>
        </p:spPr>
        <p:txBody>
          <a:bodyPr wrap="square" lIns="91440" tIns="45720" rIns="91440" bIns="45720" anchor="b" anchorCtr="0">
            <a:normAutofit/>
          </a:bodyPr>
          <a:lstStyle>
            <a:defPPr>
              <a:defRPr lang="zh-CN"/>
            </a:defPPr>
            <a:lvl1pPr defTabSz="913765">
              <a:buSzPct val="25000"/>
              <a:tabLst>
                <a:tab pos="4210050" algn="l"/>
              </a:tabLst>
              <a:defRPr sz="3600" b="1" spc="300">
                <a:solidFill>
                  <a:schemeClr val="tx1">
                    <a:lumMod val="85000"/>
                    <a:lumOff val="15000"/>
                  </a:schemeClr>
                </a:solidFill>
                <a:latin typeface="微软雅黑" panose="020B0503020204020204" charset="-122"/>
                <a:ea typeface="微软雅黑" panose="020B0503020204020204" charset="-122"/>
              </a:defRPr>
            </a:lvl1pPr>
            <a:lvl2pPr defTabSz="913765"/>
            <a:lvl3pPr defTabSz="913765"/>
            <a:lvl4pPr defTabSz="913765"/>
            <a:lvl5pPr defTabSz="913765"/>
            <a:lvl6pPr defTabSz="913765"/>
            <a:lvl7pPr defTabSz="913765"/>
            <a:lvl8pPr defTabSz="913765"/>
            <a:lvl9pPr defTabSz="913765"/>
          </a:lstStyle>
          <a:p>
            <a:r>
              <a:rPr lang="zh-CN" altLang="en-US" dirty="0">
                <a:solidFill>
                  <a:schemeClr val="tx1">
                    <a:lumMod val="50000"/>
                    <a:lumOff val="50000"/>
                  </a:schemeClr>
                </a:solidFill>
              </a:rPr>
              <a:t>常用的四大快递：</a:t>
            </a:r>
            <a:endParaRPr lang="zh-CN" altLang="en-US" dirty="0">
              <a:solidFill>
                <a:schemeClr val="tx1">
                  <a:lumMod val="50000"/>
                  <a:lumOff val="50000"/>
                </a:schemeClr>
              </a:solidFill>
            </a:endParaRPr>
          </a:p>
        </p:txBody>
      </p:sp>
      <p:sp>
        <p:nvSpPr>
          <p:cNvPr id="21" name="直角三角形 20"/>
          <p:cNvSpPr/>
          <p:nvPr>
            <p:custDataLst>
              <p:tags r:id="rId9"/>
            </p:custDataLst>
          </p:nvPr>
        </p:nvSpPr>
        <p:spPr>
          <a:xfrm rot="10800000">
            <a:off x="7062377" y="1963653"/>
            <a:ext cx="453832" cy="453832"/>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直角三角形 22"/>
          <p:cNvSpPr/>
          <p:nvPr>
            <p:custDataLst>
              <p:tags r:id="rId10"/>
            </p:custDataLst>
          </p:nvPr>
        </p:nvSpPr>
        <p:spPr>
          <a:xfrm rot="10800000">
            <a:off x="7173237" y="1963653"/>
            <a:ext cx="331193" cy="331193"/>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直角三角形 23"/>
          <p:cNvSpPr/>
          <p:nvPr>
            <p:custDataLst>
              <p:tags r:id="rId11"/>
            </p:custDataLst>
          </p:nvPr>
        </p:nvSpPr>
        <p:spPr>
          <a:xfrm rot="10800000">
            <a:off x="11178733" y="1963653"/>
            <a:ext cx="453832" cy="453832"/>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直角三角形 25"/>
          <p:cNvSpPr/>
          <p:nvPr>
            <p:custDataLst>
              <p:tags r:id="rId12"/>
            </p:custDataLst>
          </p:nvPr>
        </p:nvSpPr>
        <p:spPr>
          <a:xfrm rot="10800000">
            <a:off x="11289593" y="1963653"/>
            <a:ext cx="331193" cy="331193"/>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13"/>
          <a:stretch>
            <a:fillRect/>
          </a:stretch>
        </p:blipFill>
        <p:spPr>
          <a:xfrm>
            <a:off x="226695" y="2017395"/>
            <a:ext cx="2440305" cy="2403475"/>
          </a:xfrm>
          <a:prstGeom prst="rect">
            <a:avLst/>
          </a:prstGeom>
        </p:spPr>
      </p:pic>
      <p:pic>
        <p:nvPicPr>
          <p:cNvPr id="28" name="图片 27"/>
          <p:cNvPicPr>
            <a:picLocks noChangeAspect="1"/>
          </p:cNvPicPr>
          <p:nvPr/>
        </p:nvPicPr>
        <p:blipFill>
          <a:blip r:embed="rId14"/>
          <a:stretch>
            <a:fillRect/>
          </a:stretch>
        </p:blipFill>
        <p:spPr>
          <a:xfrm>
            <a:off x="3029585" y="2284730"/>
            <a:ext cx="2705735" cy="1978025"/>
          </a:xfrm>
          <a:prstGeom prst="rect">
            <a:avLst/>
          </a:prstGeom>
        </p:spPr>
      </p:pic>
      <p:pic>
        <p:nvPicPr>
          <p:cNvPr id="29" name="图片 28"/>
          <p:cNvPicPr>
            <a:picLocks noChangeAspect="1"/>
          </p:cNvPicPr>
          <p:nvPr/>
        </p:nvPicPr>
        <p:blipFill>
          <a:blip r:embed="rId15"/>
          <a:stretch>
            <a:fillRect/>
          </a:stretch>
        </p:blipFill>
        <p:spPr>
          <a:xfrm>
            <a:off x="5956935" y="2369185"/>
            <a:ext cx="3090545" cy="1700530"/>
          </a:xfrm>
          <a:prstGeom prst="rect">
            <a:avLst/>
          </a:prstGeom>
        </p:spPr>
      </p:pic>
      <p:pic>
        <p:nvPicPr>
          <p:cNvPr id="30" name="图片 29" descr="$9TAGZM{5C[]FCYP5F8N]6R"/>
          <p:cNvPicPr>
            <a:picLocks noChangeAspect="1"/>
          </p:cNvPicPr>
          <p:nvPr/>
        </p:nvPicPr>
        <p:blipFill>
          <a:blip r:embed="rId16"/>
          <a:stretch>
            <a:fillRect/>
          </a:stretch>
        </p:blipFill>
        <p:spPr>
          <a:xfrm>
            <a:off x="8906510" y="2593975"/>
            <a:ext cx="3060700" cy="12503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8" name="文本框 7"/>
          <p:cNvSpPr txBox="1"/>
          <p:nvPr>
            <p:custDataLst>
              <p:tags r:id="rId3"/>
            </p:custDataLst>
          </p:nvPr>
        </p:nvSpPr>
        <p:spPr>
          <a:xfrm>
            <a:off x="874093" y="614145"/>
            <a:ext cx="10429952" cy="798451"/>
          </a:xfrm>
          <a:prstGeom prst="rect">
            <a:avLst/>
          </a:prstGeom>
        </p:spPr>
        <p:txBody>
          <a:bodyPr wrap="square">
            <a:normAutofit/>
          </a:bodyPr>
          <a:lstStyle>
            <a:defPPr>
              <a:defRPr lang="zh-CN"/>
            </a:defPPr>
            <a:lvl1pPr>
              <a:lnSpc>
                <a:spcPct val="130000"/>
              </a:lnSpc>
              <a:defRPr sz="2400" b="1">
                <a:latin typeface="+mj-lt"/>
                <a:ea typeface="+mj-ea"/>
                <a:cs typeface="+mj-cs"/>
              </a:defRPr>
            </a:lvl1pPr>
          </a:lstStyle>
          <a:p>
            <a:pPr>
              <a:lnSpc>
                <a:spcPct val="120000"/>
              </a:lnSpc>
            </a:pPr>
            <a:r>
              <a:rPr lang="zh-CN" altLang="en-US" sz="2800">
                <a:solidFill>
                  <a:srgbClr val="FF0000"/>
                </a:solidFill>
                <a:latin typeface="微软雅黑" panose="020B0503020204020204" charset="-122"/>
                <a:ea typeface="微软雅黑" panose="020B0503020204020204" charset="-122"/>
                <a:sym typeface="+mn-ea"/>
              </a:rPr>
              <a:t>国际主要快递公司：</a:t>
            </a:r>
            <a:endParaRPr lang="zh-CN" altLang="en-US" sz="2800" dirty="0">
              <a:solidFill>
                <a:srgbClr val="FF0000"/>
              </a:solidFill>
              <a:latin typeface="微软雅黑" panose="020B0503020204020204" charset="-122"/>
              <a:ea typeface="微软雅黑" panose="020B0503020204020204" charset="-122"/>
              <a:sym typeface="+mn-ea"/>
            </a:endParaRPr>
          </a:p>
        </p:txBody>
      </p:sp>
      <p:sp>
        <p:nvSpPr>
          <p:cNvPr id="6" name="文本框 5"/>
          <p:cNvSpPr txBox="1"/>
          <p:nvPr>
            <p:custDataLst>
              <p:tags r:id="rId4"/>
            </p:custDataLst>
          </p:nvPr>
        </p:nvSpPr>
        <p:spPr>
          <a:xfrm>
            <a:off x="810895" y="1337945"/>
            <a:ext cx="10556875" cy="4857750"/>
          </a:xfrm>
          <a:prstGeom prst="rect">
            <a:avLst/>
          </a:prstGeom>
        </p:spPr>
        <p:txBody>
          <a:bodyPr wrap="square">
            <a:normAutofit/>
          </a:bodyPr>
          <a:lstStyle>
            <a:defPPr>
              <a:defRPr lang="zh-CN"/>
            </a:defPPr>
            <a:lvl1pPr marL="228600" indent="-228600">
              <a:lnSpc>
                <a:spcPct val="180000"/>
              </a:lnSpc>
              <a:spcBef>
                <a:spcPts val="0"/>
              </a:spcBef>
              <a:buFont typeface="Arial" panose="020B0604020202020204" pitchFamily="34" charset="0"/>
              <a:buChar char="•"/>
              <a:defRPr>
                <a:solidFill>
                  <a:schemeClr val="tx1">
                    <a:lumMod val="85000"/>
                    <a:lumOff val="15000"/>
                  </a:schemeClr>
                </a:solidFill>
                <a:latin typeface="Arial" panose="020B0604020202020204" pitchFamily="34" charset="0"/>
                <a:ea typeface="微软雅黑" panose="020B0503020204020204" charset="-122"/>
              </a:defRPr>
            </a:lvl1pPr>
            <a:lvl2pPr marL="685800" indent="-228600">
              <a:lnSpc>
                <a:spcPct val="120000"/>
              </a:lnSpc>
              <a:spcBef>
                <a:spcPts val="500"/>
              </a:spcBef>
              <a:buFont typeface="Arial" panose="020B0604020202020204" pitchFamily="34" charset="0"/>
              <a:buChar char="•"/>
              <a:defRPr sz="2000"/>
            </a:lvl2pPr>
            <a:lvl3pPr marL="1143000" indent="-228600">
              <a:lnSpc>
                <a:spcPct val="120000"/>
              </a:lnSpc>
              <a:spcBef>
                <a:spcPts val="500"/>
              </a:spcBef>
              <a:buFont typeface="Arial" panose="020B0604020202020204" pitchFamily="34" charset="0"/>
              <a:buChar char="•"/>
            </a:lvl3pPr>
            <a:lvl4pPr marL="1600200" indent="-228600">
              <a:lnSpc>
                <a:spcPct val="120000"/>
              </a:lnSpc>
              <a:spcBef>
                <a:spcPts val="500"/>
              </a:spcBef>
              <a:buFont typeface="Arial" panose="020B0604020202020204" pitchFamily="34" charset="0"/>
              <a:buChar char="•"/>
            </a:lvl4pPr>
            <a:lvl5pPr marL="2057400" indent="-228600">
              <a:lnSpc>
                <a:spcPct val="12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US" altLang="zh-CN" b="1">
                <a:solidFill>
                  <a:srgbClr val="FF0000"/>
                </a:solidFill>
                <a:sym typeface="+mn-ea"/>
              </a:rPr>
              <a:t>1.DHL</a:t>
            </a:r>
            <a:r>
              <a:rPr lang="zh-CN" altLang="en-US" b="1">
                <a:solidFill>
                  <a:srgbClr val="FF0000"/>
                </a:solidFill>
                <a:sym typeface="+mn-ea"/>
              </a:rPr>
              <a:t>（中外运敦豪）：</a:t>
            </a:r>
            <a:r>
              <a:rPr lang="en-US" altLang="zh-CN" b="1">
                <a:solidFill>
                  <a:srgbClr val="FF0000"/>
                </a:solidFill>
                <a:sym typeface="+mn-ea"/>
              </a:rPr>
              <a:t> </a:t>
            </a:r>
            <a:r>
              <a:rPr lang="en-US" altLang="zh-CN" b="1">
                <a:solidFill>
                  <a:schemeClr val="tx1"/>
                </a:solidFill>
                <a:sym typeface="+mn-ea"/>
              </a:rPr>
              <a:t>  DHL是一家创立自美国，目前世界上最大的航空速递货运公司之一.</a:t>
            </a:r>
            <a:endParaRPr lang="en-US" altLang="zh-CN" b="1">
              <a:solidFill>
                <a:schemeClr val="tx1"/>
              </a:solidFill>
              <a:sym typeface="+mn-ea"/>
            </a:endParaRPr>
          </a:p>
          <a:p>
            <a:pPr marL="0" indent="0">
              <a:buNone/>
            </a:pPr>
            <a:r>
              <a:rPr lang="zh-CN" altLang="en-US" b="1">
                <a:solidFill>
                  <a:schemeClr val="tx1"/>
                </a:solidFill>
                <a:sym typeface="+mn-ea"/>
              </a:rPr>
              <a:t>特点：</a:t>
            </a:r>
            <a:r>
              <a:rPr lang="en-US" altLang="zh-CN" b="1">
                <a:solidFill>
                  <a:schemeClr val="tx1"/>
                </a:solidFill>
                <a:sym typeface="+mn-ea"/>
              </a:rPr>
              <a:t> </a:t>
            </a:r>
            <a:r>
              <a:rPr lang="zh-CN" altLang="en-US" b="1">
                <a:solidFill>
                  <a:schemeClr val="tx1"/>
                </a:solidFill>
                <a:sym typeface="+mn-ea"/>
              </a:rPr>
              <a:t>价格比较贵，时效好，清关能力强</a:t>
            </a:r>
            <a:endParaRPr lang="zh-CN" altLang="en-US" b="1">
              <a:solidFill>
                <a:schemeClr val="tx1"/>
              </a:solidFill>
              <a:sym typeface="+mn-ea"/>
            </a:endParaRPr>
          </a:p>
          <a:p>
            <a:pPr marL="0" indent="0">
              <a:buNone/>
            </a:pPr>
            <a:r>
              <a:rPr lang="en-US" altLang="zh-CN" b="1">
                <a:solidFill>
                  <a:srgbClr val="FF0000"/>
                </a:solidFill>
                <a:sym typeface="+mn-ea"/>
              </a:rPr>
              <a:t>2.UPS</a:t>
            </a:r>
            <a:r>
              <a:rPr lang="zh-CN" altLang="en-US" b="1">
                <a:solidFill>
                  <a:srgbClr val="FF0000"/>
                </a:solidFill>
                <a:sym typeface="+mn-ea"/>
              </a:rPr>
              <a:t>（联合包裹）</a:t>
            </a:r>
            <a:r>
              <a:rPr lang="en-US" altLang="zh-CN" b="1">
                <a:solidFill>
                  <a:srgbClr val="FF0000"/>
                </a:solidFill>
                <a:sym typeface="+mn-ea"/>
              </a:rPr>
              <a:t> </a:t>
            </a:r>
            <a:r>
              <a:rPr lang="zh-CN" altLang="en-US" b="1">
                <a:solidFill>
                  <a:srgbClr val="FF0000"/>
                </a:solidFill>
                <a:sym typeface="+mn-ea"/>
              </a:rPr>
              <a:t>：</a:t>
            </a:r>
            <a:r>
              <a:rPr lang="en-US" altLang="zh-CN" b="1">
                <a:solidFill>
                  <a:schemeClr val="tx1"/>
                </a:solidFill>
                <a:sym typeface="+mn-ea"/>
              </a:rPr>
              <a:t>  UPS</a:t>
            </a:r>
            <a:r>
              <a:rPr lang="zh-CN" altLang="en-US" b="1">
                <a:solidFill>
                  <a:schemeClr val="tx1"/>
                </a:solidFill>
                <a:sym typeface="+mn-ea"/>
              </a:rPr>
              <a:t>是美国公司，</a:t>
            </a:r>
            <a:r>
              <a:rPr lang="en-US" altLang="zh-CN" b="1">
                <a:solidFill>
                  <a:schemeClr val="tx1"/>
                </a:solidFill>
                <a:sym typeface="+mn-ea"/>
              </a:rPr>
              <a:t>是目前世界上最大的</a:t>
            </a:r>
            <a:r>
              <a:rPr lang="zh-CN" altLang="en-US" b="1">
                <a:solidFill>
                  <a:schemeClr val="tx1"/>
                </a:solidFill>
                <a:sym typeface="+mn-ea"/>
              </a:rPr>
              <a:t>快递物流公司。红单</a:t>
            </a:r>
            <a:r>
              <a:rPr lang="en-US" altLang="zh-CN" b="1">
                <a:solidFill>
                  <a:schemeClr val="tx1"/>
                </a:solidFill>
                <a:sym typeface="+mn-ea"/>
              </a:rPr>
              <a:t>3-5</a:t>
            </a:r>
            <a:r>
              <a:rPr lang="zh-CN" altLang="en-US" b="1">
                <a:solidFill>
                  <a:schemeClr val="tx1"/>
                </a:solidFill>
                <a:sym typeface="+mn-ea"/>
              </a:rPr>
              <a:t>天，蓝单</a:t>
            </a:r>
            <a:r>
              <a:rPr lang="en-US" altLang="zh-CN" b="1">
                <a:solidFill>
                  <a:schemeClr val="tx1"/>
                </a:solidFill>
                <a:sym typeface="+mn-ea"/>
              </a:rPr>
              <a:t>5-7</a:t>
            </a:r>
            <a:r>
              <a:rPr lang="zh-CN" altLang="en-US" b="1">
                <a:solidFill>
                  <a:schemeClr val="tx1"/>
                </a:solidFill>
                <a:sym typeface="+mn-ea"/>
              </a:rPr>
              <a:t>天。</a:t>
            </a:r>
            <a:endParaRPr lang="zh-CN" altLang="en-US" b="1">
              <a:solidFill>
                <a:schemeClr val="tx1"/>
              </a:solidFill>
              <a:sym typeface="+mn-ea"/>
            </a:endParaRPr>
          </a:p>
          <a:p>
            <a:pPr marL="0" indent="0">
              <a:buNone/>
            </a:pPr>
            <a:r>
              <a:rPr lang="en-US" altLang="zh-CN" b="1">
                <a:solidFill>
                  <a:srgbClr val="FF0000"/>
                </a:solidFill>
                <a:sym typeface="+mn-ea"/>
              </a:rPr>
              <a:t>3.FEDEX </a:t>
            </a:r>
            <a:r>
              <a:rPr lang="zh-CN" altLang="en-US" b="1">
                <a:solidFill>
                  <a:srgbClr val="FF0000"/>
                </a:solidFill>
                <a:sym typeface="+mn-ea"/>
              </a:rPr>
              <a:t>（联邦）</a:t>
            </a:r>
            <a:r>
              <a:rPr lang="en-US" altLang="zh-CN" b="1">
                <a:solidFill>
                  <a:srgbClr val="FF0000"/>
                </a:solidFill>
                <a:sym typeface="+mn-ea"/>
              </a:rPr>
              <a:t>:</a:t>
            </a:r>
            <a:r>
              <a:rPr lang="en-US" altLang="zh-CN" b="1">
                <a:solidFill>
                  <a:schemeClr val="tx1"/>
                </a:solidFill>
                <a:sym typeface="+mn-ea"/>
              </a:rPr>
              <a:t> </a:t>
            </a:r>
            <a:r>
              <a:rPr lang="zh-CN" altLang="en-US" b="1">
                <a:solidFill>
                  <a:schemeClr val="tx1"/>
                </a:solidFill>
                <a:sym typeface="+mn-ea"/>
              </a:rPr>
              <a:t>美国公司，联邦快递分为经济价（IE）和优先速递(IP)。大件运输有优势</a:t>
            </a:r>
            <a:endParaRPr lang="zh-CN" altLang="en-US" b="1">
              <a:solidFill>
                <a:schemeClr val="tx1"/>
              </a:solidFill>
            </a:endParaRPr>
          </a:p>
          <a:p>
            <a:pPr marL="0" indent="0">
              <a:buNone/>
            </a:pPr>
            <a:r>
              <a:rPr lang="en-US" altLang="zh-CN" b="1">
                <a:solidFill>
                  <a:srgbClr val="FF0000"/>
                </a:solidFill>
                <a:sym typeface="+mn-ea"/>
              </a:rPr>
              <a:t>4.TNT </a:t>
            </a:r>
            <a:r>
              <a:rPr lang="zh-CN" altLang="en-US" b="1">
                <a:solidFill>
                  <a:srgbClr val="FF0000"/>
                </a:solidFill>
                <a:sym typeface="+mn-ea"/>
              </a:rPr>
              <a:t>（天地）</a:t>
            </a:r>
            <a:r>
              <a:rPr lang="en-US" altLang="zh-CN" b="1">
                <a:solidFill>
                  <a:srgbClr val="FF0000"/>
                </a:solidFill>
                <a:sym typeface="+mn-ea"/>
              </a:rPr>
              <a:t>: </a:t>
            </a:r>
            <a:r>
              <a:rPr lang="zh-CN" altLang="en-US" b="1">
                <a:solidFill>
                  <a:schemeClr val="tx1"/>
                </a:solidFill>
                <a:sym typeface="+mn-ea"/>
              </a:rPr>
              <a:t>荷兰公司</a:t>
            </a:r>
            <a:r>
              <a:rPr lang="en-US" altLang="zh-CN" b="1">
                <a:solidFill>
                  <a:schemeClr val="tx1"/>
                </a:solidFill>
                <a:sym typeface="+mn-ea"/>
              </a:rPr>
              <a:t>，</a:t>
            </a:r>
            <a:r>
              <a:rPr lang="zh-CN" b="1">
                <a:solidFill>
                  <a:schemeClr val="tx1"/>
                </a:solidFill>
                <a:sym typeface="+mn-ea"/>
              </a:rPr>
              <a:t>目前被联邦收购，主要服务于欧洲</a:t>
            </a:r>
            <a:endParaRPr lang="zh-CN" b="1">
              <a:solidFill>
                <a:schemeClr val="tx1"/>
              </a:solidFill>
              <a:sym typeface="+mn-ea"/>
            </a:endParaRPr>
          </a:p>
          <a:p>
            <a:pPr marL="0" indent="0">
              <a:buNone/>
            </a:pPr>
            <a:r>
              <a:rPr lang="en-US" altLang="zh-CN" b="1">
                <a:solidFill>
                  <a:srgbClr val="FF0000"/>
                </a:solidFill>
                <a:sym typeface="+mn-ea"/>
              </a:rPr>
              <a:t>5. ARAMEX</a:t>
            </a:r>
            <a:r>
              <a:rPr lang="zh-CN" altLang="en-US" b="1">
                <a:solidFill>
                  <a:srgbClr val="FF0000"/>
                </a:solidFill>
                <a:sym typeface="+mn-ea"/>
              </a:rPr>
              <a:t>（安世迈）：</a:t>
            </a:r>
            <a:r>
              <a:rPr lang="en-US" altLang="zh-CN" b="1">
                <a:solidFill>
                  <a:schemeClr val="tx1"/>
                </a:solidFill>
                <a:sym typeface="+mn-ea"/>
              </a:rPr>
              <a:t> </a:t>
            </a:r>
            <a:r>
              <a:rPr lang="zh-CN" altLang="en-US" b="1">
                <a:solidFill>
                  <a:schemeClr val="tx1"/>
                </a:solidFill>
                <a:sym typeface="+mn-ea"/>
              </a:rPr>
              <a:t>主打中东国家的快递</a:t>
            </a:r>
            <a:endParaRPr lang="zh-CN" altLang="en-US" b="1">
              <a:solidFill>
                <a:schemeClr val="tx1"/>
              </a:solidFill>
            </a:endParaRPr>
          </a:p>
          <a:p>
            <a:pPr marL="0" indent="0">
              <a:buNone/>
            </a:pPr>
            <a:r>
              <a:rPr lang="en-US" altLang="zh-CN" b="1">
                <a:solidFill>
                  <a:srgbClr val="FF0000"/>
                </a:solidFill>
                <a:sym typeface="+mn-ea"/>
              </a:rPr>
              <a:t>6.EMS</a:t>
            </a:r>
            <a:r>
              <a:rPr lang="zh-CN" altLang="en-US" b="1">
                <a:solidFill>
                  <a:srgbClr val="FF0000"/>
                </a:solidFill>
                <a:sym typeface="+mn-ea"/>
              </a:rPr>
              <a:t>（万国邮政联盟）</a:t>
            </a:r>
            <a:r>
              <a:rPr lang="en-US" altLang="zh-CN" b="1">
                <a:solidFill>
                  <a:srgbClr val="FF0000"/>
                </a:solidFill>
                <a:sym typeface="+mn-ea"/>
              </a:rPr>
              <a:t>: </a:t>
            </a:r>
            <a:r>
              <a:rPr lang="zh-CN" altLang="en-US" b="1">
                <a:solidFill>
                  <a:schemeClr val="tx1"/>
                </a:solidFill>
                <a:sym typeface="+mn-ea"/>
              </a:rPr>
              <a:t>单票不超过</a:t>
            </a:r>
            <a:r>
              <a:rPr lang="en-US" altLang="zh-CN" b="1">
                <a:solidFill>
                  <a:schemeClr val="tx1"/>
                </a:solidFill>
                <a:sym typeface="+mn-ea"/>
              </a:rPr>
              <a:t>30KG</a:t>
            </a:r>
            <a:r>
              <a:rPr lang="zh-CN" altLang="en-US" b="1">
                <a:solidFill>
                  <a:schemeClr val="tx1"/>
                </a:solidFill>
                <a:sym typeface="+mn-ea"/>
              </a:rPr>
              <a:t>，主要一些敏感货到一些冷门国家，退回无产生费用</a:t>
            </a:r>
            <a:endParaRPr lang="zh-CN" altLang="en-US" b="1">
              <a:solidFill>
                <a:schemeClr val="tx1"/>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标题 1"/>
          <p:cNvSpPr>
            <a:spLocks noGrp="1"/>
          </p:cNvSpPr>
          <p:nvPr/>
        </p:nvSpPr>
        <p:spPr>
          <a:xfrm>
            <a:off x="838200" y="598170"/>
            <a:ext cx="10515600" cy="5586095"/>
          </a:xfrm>
          <a:prstGeom prst="rect">
            <a:avLst/>
          </a:prstGeom>
        </p:spPr>
        <p:txBody>
          <a:bodyPr vert="horz" lIns="101600" tIns="38100" rIns="76200" bIns="38100" rtlCol="0" anchor="t" anchorCtr="0">
            <a:normAutofit fontScale="60000"/>
          </a:bodyPr>
          <a:lstStyle>
            <a:lvl1pPr marL="0" marR="0" lvl="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mj-cs"/>
                <a:sym typeface="+mn-ea"/>
              </a:defRPr>
            </a:lvl1pPr>
          </a:lstStyle>
          <a:p>
            <a:pPr fontAlgn="auto">
              <a:lnSpc>
                <a:spcPct val="140000"/>
              </a:lnSpc>
            </a:pPr>
            <a:r>
              <a:rPr lang="zh-CN" altLang="en-US" sz="2800" spc="0">
                <a:solidFill>
                  <a:schemeClr val="tx1"/>
                </a:solidFill>
              </a:rPr>
              <a:t>目前国内快递区分</a:t>
            </a:r>
            <a:br>
              <a:rPr lang="zh-CN" altLang="en-US" sz="2800" spc="0">
                <a:solidFill>
                  <a:schemeClr val="tx1"/>
                </a:solidFill>
              </a:rPr>
            </a:br>
            <a:br>
              <a:rPr lang="zh-CN" altLang="en-US"/>
            </a:br>
            <a:r>
              <a:rPr lang="zh-CN" altLang="en-US" sz="3110" b="0" spc="0">
                <a:solidFill>
                  <a:schemeClr val="tx1"/>
                </a:solidFill>
                <a:latin typeface="Arial" panose="020B0604020202020204" pitchFamily="34" charset="0"/>
                <a:cs typeface="+mn-cs"/>
              </a:rPr>
              <a:t>目前国内按地址分主要分为：</a:t>
            </a:r>
            <a:br>
              <a:rPr lang="zh-CN" altLang="en-US" sz="3110" b="0" spc="0">
                <a:solidFill>
                  <a:schemeClr val="tx1"/>
                </a:solidFill>
                <a:latin typeface="Arial" panose="020B0604020202020204" pitchFamily="34" charset="0"/>
                <a:cs typeface="+mn-cs"/>
              </a:rPr>
            </a:br>
            <a:r>
              <a:rPr lang="zh-CN" altLang="en-US" sz="3110" b="0" spc="0">
                <a:solidFill>
                  <a:schemeClr val="tx1"/>
                </a:solidFill>
                <a:latin typeface="Arial" panose="020B0604020202020204" pitchFamily="34" charset="0"/>
                <a:cs typeface="+mn-cs"/>
              </a:rPr>
              <a:t>大陆快递</a:t>
            </a:r>
            <a:r>
              <a:rPr lang="en-US" altLang="zh-CN" sz="3110" b="0" spc="0">
                <a:solidFill>
                  <a:schemeClr val="tx1"/>
                </a:solidFill>
                <a:latin typeface="Arial" panose="020B0604020202020204" pitchFamily="34" charset="0"/>
                <a:cs typeface="+mn-cs"/>
              </a:rPr>
              <a:t>  </a:t>
            </a:r>
            <a:r>
              <a:rPr sz="3110" b="0" spc="0">
                <a:solidFill>
                  <a:schemeClr val="tx1"/>
                </a:solidFill>
                <a:latin typeface="Arial" panose="020B0604020202020204" pitchFamily="34" charset="0"/>
                <a:cs typeface="+mn-cs"/>
                <a:sym typeface="+mn-ea"/>
              </a:rPr>
              <a:t>大陆UPS</a:t>
            </a:r>
            <a:r>
              <a:rPr lang="en-US" altLang="zh-CN" sz="3110" b="0" spc="0">
                <a:solidFill>
                  <a:schemeClr val="tx1"/>
                </a:solidFill>
                <a:latin typeface="Arial" panose="020B0604020202020204" pitchFamily="34" charset="0"/>
                <a:cs typeface="+mn-cs"/>
                <a:sym typeface="+mn-ea"/>
              </a:rPr>
              <a:t> </a:t>
            </a:r>
            <a:r>
              <a:rPr sz="3110" b="0" spc="0">
                <a:solidFill>
                  <a:schemeClr val="tx1"/>
                </a:solidFill>
                <a:latin typeface="Arial" panose="020B0604020202020204" pitchFamily="34" charset="0"/>
                <a:cs typeface="+mn-cs"/>
                <a:sym typeface="+mn-ea"/>
              </a:rPr>
              <a:t>大陆</a:t>
            </a:r>
            <a:r>
              <a:rPr lang="en-US" altLang="zh-CN" sz="3110" b="0" spc="0">
                <a:solidFill>
                  <a:schemeClr val="tx1"/>
                </a:solidFill>
                <a:latin typeface="Arial" panose="020B0604020202020204" pitchFamily="34" charset="0"/>
                <a:cs typeface="+mn-cs"/>
                <a:sym typeface="+mn-ea"/>
              </a:rPr>
              <a:t>DHL</a:t>
            </a:r>
            <a:br>
              <a:rPr lang="zh-CN" altLang="en-US" sz="3110" b="0" spc="0">
                <a:solidFill>
                  <a:schemeClr val="tx1"/>
                </a:solidFill>
                <a:latin typeface="Arial" panose="020B0604020202020204" pitchFamily="34" charset="0"/>
                <a:cs typeface="+mn-cs"/>
              </a:rPr>
            </a:br>
            <a:r>
              <a:rPr lang="zh-CN" altLang="en-US" sz="3110" b="0" spc="0">
                <a:solidFill>
                  <a:schemeClr val="tx1"/>
                </a:solidFill>
                <a:latin typeface="Arial" panose="020B0604020202020204" pitchFamily="34" charset="0"/>
                <a:cs typeface="+mn-cs"/>
              </a:rPr>
              <a:t>香港快递</a:t>
            </a:r>
            <a:r>
              <a:rPr lang="en-US" altLang="zh-CN" sz="3110" b="0" spc="0">
                <a:solidFill>
                  <a:schemeClr val="tx1"/>
                </a:solidFill>
                <a:latin typeface="Arial" panose="020B0604020202020204" pitchFamily="34" charset="0"/>
                <a:cs typeface="+mn-cs"/>
              </a:rPr>
              <a:t> </a:t>
            </a:r>
            <a:r>
              <a:rPr lang="zh-CN" altLang="en-US" sz="3110" b="0" spc="0">
                <a:solidFill>
                  <a:schemeClr val="tx1"/>
                </a:solidFill>
                <a:latin typeface="Arial" panose="020B0604020202020204" pitchFamily="34" charset="0"/>
                <a:cs typeface="+mn-cs"/>
              </a:rPr>
              <a:t>香港</a:t>
            </a:r>
            <a:r>
              <a:rPr sz="3110" b="0" spc="0">
                <a:solidFill>
                  <a:schemeClr val="tx1"/>
                </a:solidFill>
                <a:latin typeface="Arial" panose="020B0604020202020204" pitchFamily="34" charset="0"/>
                <a:cs typeface="+mn-cs"/>
              </a:rPr>
              <a:t>UPS</a:t>
            </a:r>
            <a:r>
              <a:rPr lang="en-US" altLang="zh-CN" sz="3110" b="0" spc="0">
                <a:solidFill>
                  <a:schemeClr val="tx1"/>
                </a:solidFill>
                <a:latin typeface="Arial" panose="020B0604020202020204" pitchFamily="34" charset="0"/>
                <a:cs typeface="+mn-cs"/>
              </a:rPr>
              <a:t> </a:t>
            </a:r>
            <a:r>
              <a:rPr sz="3110" b="0" spc="0">
                <a:solidFill>
                  <a:schemeClr val="tx1"/>
                </a:solidFill>
                <a:latin typeface="Arial" panose="020B0604020202020204" pitchFamily="34" charset="0"/>
                <a:cs typeface="+mn-cs"/>
              </a:rPr>
              <a:t>香港</a:t>
            </a:r>
            <a:r>
              <a:rPr lang="en-US" altLang="zh-CN" sz="3110" b="0" spc="0">
                <a:solidFill>
                  <a:schemeClr val="tx1"/>
                </a:solidFill>
                <a:latin typeface="Arial" panose="020B0604020202020204" pitchFamily="34" charset="0"/>
                <a:cs typeface="+mn-cs"/>
              </a:rPr>
              <a:t>DHL</a:t>
            </a:r>
            <a:br>
              <a:rPr lang="zh-CN" altLang="en-US" sz="3110" b="0" spc="0">
                <a:solidFill>
                  <a:schemeClr val="tx1"/>
                </a:solidFill>
                <a:latin typeface="Arial" panose="020B0604020202020204" pitchFamily="34" charset="0"/>
                <a:cs typeface="+mn-cs"/>
              </a:rPr>
            </a:br>
            <a:r>
              <a:rPr lang="zh-CN" altLang="en-US" sz="3110" b="0" spc="0">
                <a:solidFill>
                  <a:schemeClr val="tx1"/>
                </a:solidFill>
                <a:latin typeface="Arial" panose="020B0604020202020204" pitchFamily="34" charset="0"/>
                <a:cs typeface="+mn-cs"/>
              </a:rPr>
              <a:t>区分的标准是快递公司在不同地区设立的分公司，所以提取的地点不一样，香港的快递在香港提取，大陆快递在大陆提取。</a:t>
            </a:r>
            <a:br>
              <a:rPr lang="zh-CN" altLang="en-US" sz="3110" b="0" spc="0">
                <a:solidFill>
                  <a:srgbClr val="FF0000"/>
                </a:solidFill>
                <a:latin typeface="Arial" panose="020B0604020202020204" pitchFamily="34" charset="0"/>
                <a:cs typeface="+mn-cs"/>
              </a:rPr>
            </a:br>
            <a:br>
              <a:rPr lang="zh-CN" altLang="en-US" sz="3110" b="0" spc="0">
                <a:solidFill>
                  <a:srgbClr val="FF0000"/>
                </a:solidFill>
                <a:latin typeface="Arial" panose="020B0604020202020204" pitchFamily="34" charset="0"/>
                <a:cs typeface="+mn-cs"/>
              </a:rPr>
            </a:br>
            <a:r>
              <a:rPr lang="zh-CN" altLang="en-US" sz="3110" b="0" spc="0">
                <a:solidFill>
                  <a:srgbClr val="FF0000"/>
                </a:solidFill>
                <a:latin typeface="Arial" panose="020B0604020202020204" pitchFamily="34" charset="0"/>
                <a:cs typeface="+mn-cs"/>
              </a:rPr>
              <a:t>注意：大陆快递一般不接带电带磁的货物，香港的快递可接带电带磁的货物。</a:t>
            </a:r>
            <a:br>
              <a:rPr lang="zh-CN" altLang="en-US" sz="3200">
                <a:solidFill>
                  <a:srgbClr val="FF0000"/>
                </a:solidFill>
              </a:rPr>
            </a:br>
            <a:br>
              <a:rPr lang="zh-CN" altLang="en-US" sz="3200"/>
            </a:br>
            <a:br>
              <a:rPr lang="zh-CN" altLang="en-US" sz="3200"/>
            </a:br>
            <a:br>
              <a:rPr lang="zh-CN" altLang="en-US" sz="3200"/>
            </a:br>
            <a:endParaRPr lang="zh-CN" altLang="en-US" sz="3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8" name="文本框 7"/>
          <p:cNvSpPr txBox="1"/>
          <p:nvPr>
            <p:custDataLst>
              <p:tags r:id="rId3"/>
            </p:custDataLst>
          </p:nvPr>
        </p:nvSpPr>
        <p:spPr>
          <a:xfrm>
            <a:off x="874093" y="614145"/>
            <a:ext cx="10429952" cy="798451"/>
          </a:xfrm>
          <a:prstGeom prst="rect">
            <a:avLst/>
          </a:prstGeom>
        </p:spPr>
        <p:txBody>
          <a:bodyPr wrap="square">
            <a:normAutofit/>
          </a:bodyPr>
          <a:lstStyle>
            <a:defPPr>
              <a:defRPr lang="zh-CN"/>
            </a:defPPr>
            <a:lvl1pPr>
              <a:lnSpc>
                <a:spcPct val="130000"/>
              </a:lnSpc>
              <a:defRPr sz="2400" b="1">
                <a:latin typeface="+mj-lt"/>
                <a:ea typeface="+mj-ea"/>
                <a:cs typeface="+mj-cs"/>
              </a:defRPr>
            </a:lvl1pPr>
          </a:lstStyle>
          <a:p>
            <a:pPr>
              <a:lnSpc>
                <a:spcPct val="120000"/>
              </a:lnSpc>
            </a:pPr>
            <a:r>
              <a:rPr lang="zh-CN" altLang="en-US" sz="2800">
                <a:solidFill>
                  <a:schemeClr val="tx1"/>
                </a:solidFill>
                <a:latin typeface="微软雅黑" panose="020B0503020204020204" charset="-122"/>
                <a:ea typeface="微软雅黑" panose="020B0503020204020204" charset="-122"/>
                <a:sym typeface="+mn-ea"/>
              </a:rPr>
              <a:t>国际快递：</a:t>
            </a:r>
            <a:endParaRPr lang="zh-CN" altLang="en-US" sz="2800" dirty="0">
              <a:solidFill>
                <a:schemeClr val="tx1"/>
              </a:solidFill>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4"/>
          <a:stretch>
            <a:fillRect/>
          </a:stretch>
        </p:blipFill>
        <p:spPr>
          <a:xfrm>
            <a:off x="2181225" y="1192530"/>
            <a:ext cx="1337945" cy="977900"/>
          </a:xfrm>
          <a:prstGeom prst="rect">
            <a:avLst/>
          </a:prstGeom>
        </p:spPr>
      </p:pic>
      <p:sp>
        <p:nvSpPr>
          <p:cNvPr id="14" name="任意多边形 13"/>
          <p:cNvSpPr/>
          <p:nvPr>
            <p:custDataLst>
              <p:tags r:id="rId5"/>
            </p:custDataLst>
          </p:nvPr>
        </p:nvSpPr>
        <p:spPr>
          <a:xfrm>
            <a:off x="1228423" y="2165653"/>
            <a:ext cx="3263089" cy="3263091"/>
          </a:xfrm>
          <a:custGeom>
            <a:avLst/>
            <a:gdLst>
              <a:gd name="connsiteX0" fmla="*/ 464257 w 2175934"/>
              <a:gd name="connsiteY0" fmla="*/ 0 h 2175934"/>
              <a:gd name="connsiteX1" fmla="*/ 807522 w 2175934"/>
              <a:gd name="connsiteY1" fmla="*/ 0 h 2175934"/>
              <a:gd name="connsiteX2" fmla="*/ 804333 w 2175934"/>
              <a:gd name="connsiteY2" fmla="*/ 16004 h 2175934"/>
              <a:gd name="connsiteX3" fmla="*/ 473432 w 2175934"/>
              <a:gd name="connsiteY3" fmla="*/ 16004 h 2175934"/>
              <a:gd name="connsiteX4" fmla="*/ 16004 w 2175934"/>
              <a:gd name="connsiteY4" fmla="*/ 473432 h 2175934"/>
              <a:gd name="connsiteX5" fmla="*/ 16004 w 2175934"/>
              <a:gd name="connsiteY5" fmla="*/ 1702503 h 2175934"/>
              <a:gd name="connsiteX6" fmla="*/ 473432 w 2175934"/>
              <a:gd name="connsiteY6" fmla="*/ 2159931 h 2175934"/>
              <a:gd name="connsiteX7" fmla="*/ 1702503 w 2175934"/>
              <a:gd name="connsiteY7" fmla="*/ 2159931 h 2175934"/>
              <a:gd name="connsiteX8" fmla="*/ 2159931 w 2175934"/>
              <a:gd name="connsiteY8" fmla="*/ 1702503 h 2175934"/>
              <a:gd name="connsiteX9" fmla="*/ 2159931 w 2175934"/>
              <a:gd name="connsiteY9" fmla="*/ 473432 h 2175934"/>
              <a:gd name="connsiteX10" fmla="*/ 1702503 w 2175934"/>
              <a:gd name="connsiteY10" fmla="*/ 16004 h 2175934"/>
              <a:gd name="connsiteX11" fmla="*/ 1365225 w 2175934"/>
              <a:gd name="connsiteY11" fmla="*/ 16004 h 2175934"/>
              <a:gd name="connsiteX12" fmla="*/ 1368414 w 2175934"/>
              <a:gd name="connsiteY12" fmla="*/ 0 h 2175934"/>
              <a:gd name="connsiteX13" fmla="*/ 1711677 w 2175934"/>
              <a:gd name="connsiteY13" fmla="*/ 0 h 2175934"/>
              <a:gd name="connsiteX14" fmla="*/ 2175934 w 2175934"/>
              <a:gd name="connsiteY14" fmla="*/ 464257 h 2175934"/>
              <a:gd name="connsiteX15" fmla="*/ 2175934 w 2175934"/>
              <a:gd name="connsiteY15" fmla="*/ 1711677 h 2175934"/>
              <a:gd name="connsiteX16" fmla="*/ 1711677 w 2175934"/>
              <a:gd name="connsiteY16" fmla="*/ 2175934 h 2175934"/>
              <a:gd name="connsiteX17" fmla="*/ 464257 w 2175934"/>
              <a:gd name="connsiteY17" fmla="*/ 2175934 h 2175934"/>
              <a:gd name="connsiteX18" fmla="*/ 0 w 2175934"/>
              <a:gd name="connsiteY18" fmla="*/ 1711677 h 2175934"/>
              <a:gd name="connsiteX19" fmla="*/ 0 w 2175934"/>
              <a:gd name="connsiteY19" fmla="*/ 464257 h 2175934"/>
              <a:gd name="connsiteX20" fmla="*/ 464257 w 2175934"/>
              <a:gd name="connsiteY20" fmla="*/ 0 h 217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75934" h="2175934">
                <a:moveTo>
                  <a:pt x="464257" y="0"/>
                </a:moveTo>
                <a:lnTo>
                  <a:pt x="807522" y="0"/>
                </a:lnTo>
                <a:lnTo>
                  <a:pt x="804333" y="16004"/>
                </a:lnTo>
                <a:lnTo>
                  <a:pt x="473432" y="16004"/>
                </a:lnTo>
                <a:cubicBezTo>
                  <a:pt x="220801" y="16004"/>
                  <a:pt x="16004" y="220801"/>
                  <a:pt x="16004" y="473432"/>
                </a:cubicBezTo>
                <a:lnTo>
                  <a:pt x="16004" y="1702503"/>
                </a:lnTo>
                <a:cubicBezTo>
                  <a:pt x="16004" y="1955134"/>
                  <a:pt x="220801" y="2159931"/>
                  <a:pt x="473432" y="2159931"/>
                </a:cubicBezTo>
                <a:lnTo>
                  <a:pt x="1702503" y="2159931"/>
                </a:lnTo>
                <a:cubicBezTo>
                  <a:pt x="1955134" y="2159931"/>
                  <a:pt x="2159931" y="1955134"/>
                  <a:pt x="2159931" y="1702503"/>
                </a:cubicBezTo>
                <a:lnTo>
                  <a:pt x="2159931" y="473432"/>
                </a:lnTo>
                <a:cubicBezTo>
                  <a:pt x="2159931" y="220801"/>
                  <a:pt x="1955134" y="16004"/>
                  <a:pt x="1702503" y="16004"/>
                </a:cubicBezTo>
                <a:lnTo>
                  <a:pt x="1365225" y="16004"/>
                </a:lnTo>
                <a:lnTo>
                  <a:pt x="1368414" y="0"/>
                </a:lnTo>
                <a:lnTo>
                  <a:pt x="1711677" y="0"/>
                </a:lnTo>
                <a:cubicBezTo>
                  <a:pt x="1968079" y="0"/>
                  <a:pt x="2175934" y="207855"/>
                  <a:pt x="2175934" y="464257"/>
                </a:cubicBezTo>
                <a:lnTo>
                  <a:pt x="2175934" y="1711677"/>
                </a:lnTo>
                <a:cubicBezTo>
                  <a:pt x="2175934" y="1968079"/>
                  <a:pt x="1968079" y="2175934"/>
                  <a:pt x="1711677" y="2175934"/>
                </a:cubicBezTo>
                <a:lnTo>
                  <a:pt x="464257" y="2175934"/>
                </a:lnTo>
                <a:cubicBezTo>
                  <a:pt x="207855" y="2175934"/>
                  <a:pt x="0" y="1968079"/>
                  <a:pt x="0" y="1711677"/>
                </a:cubicBezTo>
                <a:lnTo>
                  <a:pt x="0" y="464257"/>
                </a:lnTo>
                <a:cubicBezTo>
                  <a:pt x="0" y="207855"/>
                  <a:pt x="207855" y="0"/>
                  <a:pt x="4642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bIns="0" rtlCol="0" anchor="ctr">
            <a:normAutofit/>
          </a:bodyPr>
          <a:p>
            <a:pPr marL="0" lvl="0" algn="ctr"/>
            <a:r>
              <a:rPr lang="zh-CN" altLang="en-US" sz="2400" dirty="0" smtClean="0">
                <a:solidFill>
                  <a:schemeClr val="tx1"/>
                </a:solidFill>
                <a:sym typeface="+mn-ea"/>
              </a:rPr>
              <a:t> 美国小货可选择</a:t>
            </a:r>
            <a:r>
              <a:rPr lang="en-US" altLang="zh-CN" sz="2400" dirty="0" smtClean="0">
                <a:solidFill>
                  <a:schemeClr val="tx1"/>
                </a:solidFill>
                <a:sym typeface="+mn-ea"/>
              </a:rPr>
              <a:t>DHL</a:t>
            </a:r>
            <a:r>
              <a:rPr lang="zh-CN" altLang="en-US" sz="2400" dirty="0" smtClean="0">
                <a:solidFill>
                  <a:schemeClr val="tx1"/>
                </a:solidFill>
                <a:sym typeface="+mn-ea"/>
              </a:rPr>
              <a:t>，或者有点敏感的货可选择</a:t>
            </a:r>
            <a:r>
              <a:rPr lang="en-US" altLang="zh-CN" sz="2400" dirty="0" smtClean="0">
                <a:solidFill>
                  <a:schemeClr val="tx1"/>
                </a:solidFill>
                <a:sym typeface="+mn-ea"/>
              </a:rPr>
              <a:t>DHL</a:t>
            </a:r>
            <a:r>
              <a:rPr lang="zh-CN" altLang="en-US" sz="2400" dirty="0" smtClean="0">
                <a:solidFill>
                  <a:schemeClr val="tx1"/>
                </a:solidFill>
                <a:sym typeface="+mn-ea"/>
              </a:rPr>
              <a:t>或者贵重物品，</a:t>
            </a:r>
            <a:r>
              <a:rPr lang="en-US" altLang="zh-CN" sz="2400" dirty="0" smtClean="0">
                <a:solidFill>
                  <a:schemeClr val="tx1"/>
                </a:solidFill>
                <a:sym typeface="+mn-ea"/>
              </a:rPr>
              <a:t>DHL</a:t>
            </a:r>
            <a:r>
              <a:rPr lang="zh-CN" altLang="en-US" sz="2400" dirty="0" smtClean="0">
                <a:solidFill>
                  <a:schemeClr val="tx1"/>
                </a:solidFill>
                <a:sym typeface="+mn-ea"/>
              </a:rPr>
              <a:t>在美国清关能力比较强，如化妆品，手机，手环等……</a:t>
            </a:r>
            <a:endParaRPr lang="zh-CN" altLang="en-US" sz="2400" dirty="0" smtClean="0">
              <a:solidFill>
                <a:schemeClr val="tx1"/>
              </a:solidFill>
              <a:sym typeface="+mn-ea"/>
            </a:endParaRPr>
          </a:p>
        </p:txBody>
      </p:sp>
      <p:pic>
        <p:nvPicPr>
          <p:cNvPr id="5" name="图片 4"/>
          <p:cNvPicPr>
            <a:picLocks noChangeAspect="1"/>
          </p:cNvPicPr>
          <p:nvPr/>
        </p:nvPicPr>
        <p:blipFill>
          <a:blip r:embed="rId6"/>
          <a:stretch>
            <a:fillRect/>
          </a:stretch>
        </p:blipFill>
        <p:spPr>
          <a:xfrm>
            <a:off x="7168515" y="4612005"/>
            <a:ext cx="4457700" cy="2028190"/>
          </a:xfrm>
          <a:prstGeom prst="rect">
            <a:avLst/>
          </a:prstGeom>
        </p:spPr>
      </p:pic>
      <p:sp>
        <p:nvSpPr>
          <p:cNvPr id="6" name="文本框 5"/>
          <p:cNvSpPr txBox="1"/>
          <p:nvPr/>
        </p:nvSpPr>
        <p:spPr>
          <a:xfrm>
            <a:off x="4692650" y="1108710"/>
            <a:ext cx="7064375" cy="3815080"/>
          </a:xfrm>
          <a:prstGeom prst="rect">
            <a:avLst/>
          </a:prstGeom>
          <a:noFill/>
        </p:spPr>
        <p:txBody>
          <a:bodyPr wrap="square" rtlCol="0">
            <a:spAutoFit/>
          </a:bodyPr>
          <a:p>
            <a:pPr algn="l">
              <a:buClrTx/>
              <a:buSzTx/>
              <a:buFontTx/>
            </a:pPr>
            <a:r>
              <a:rPr lang="en-US" altLang="zh-CN" sz="2800" b="1">
                <a:solidFill>
                  <a:srgbClr val="FF0000"/>
                </a:solidFill>
                <a:latin typeface="微软雅黑" panose="020B0503020204020204" charset="-122"/>
                <a:ea typeface="微软雅黑" panose="020B0503020204020204" charset="-122"/>
                <a:cs typeface="+mj-cs"/>
              </a:rPr>
              <a:t>DHL快递优势：</a:t>
            </a:r>
            <a:endParaRPr lang="en-US" altLang="zh-CN" sz="2800" b="1">
              <a:solidFill>
                <a:srgbClr val="FF0000"/>
              </a:solidFill>
              <a:latin typeface="微软雅黑" panose="020B0503020204020204" charset="-122"/>
              <a:ea typeface="微软雅黑" panose="020B0503020204020204" charset="-122"/>
              <a:cs typeface="+mj-cs"/>
            </a:endParaRPr>
          </a:p>
          <a:p>
            <a:pPr algn="l">
              <a:buClrTx/>
              <a:buSzTx/>
              <a:buFontTx/>
            </a:pPr>
            <a:r>
              <a:rPr lang="en-US" altLang="zh-CN" sz="1800">
                <a:solidFill>
                  <a:srgbClr val="FF0000"/>
                </a:solidFill>
                <a:latin typeface="Arial" panose="020B0604020202020204" pitchFamily="34" charset="0"/>
                <a:ea typeface="微软雅黑" panose="020B0503020204020204" charset="-122"/>
              </a:rPr>
              <a:t>     </a:t>
            </a:r>
            <a:br>
              <a:rPr lang="zh-CN" altLang="en-US" sz="1800">
                <a:solidFill>
                  <a:srgbClr val="FF0000"/>
                </a:solidFill>
                <a:latin typeface="Arial" panose="020B0604020202020204" pitchFamily="34" charset="0"/>
                <a:ea typeface="微软雅黑" panose="020B0503020204020204" charset="-122"/>
              </a:rPr>
            </a:br>
            <a:r>
              <a:rPr lang="en-US" altLang="zh-CN" sz="1800">
                <a:solidFill>
                  <a:srgbClr val="FF0000"/>
                </a:solidFill>
                <a:latin typeface="Arial" panose="020B0604020202020204" pitchFamily="34" charset="0"/>
                <a:ea typeface="微软雅黑" panose="020B0503020204020204" charset="-122"/>
              </a:rPr>
              <a:t>  </a:t>
            </a:r>
            <a:r>
              <a:rPr lang="en-US" altLang="zh-CN" sz="2800">
                <a:solidFill>
                  <a:srgbClr val="FF0000"/>
                </a:solidFill>
                <a:latin typeface="Arial" panose="020B0604020202020204" pitchFamily="34" charset="0"/>
                <a:ea typeface="微软雅黑" panose="020B0503020204020204" charset="-122"/>
              </a:rPr>
              <a:t>    1.</a:t>
            </a:r>
            <a:r>
              <a:rPr lang="zh-CN" altLang="en-US" sz="2800">
                <a:solidFill>
                  <a:srgbClr val="FF0000"/>
                </a:solidFill>
                <a:latin typeface="Arial" panose="020B0604020202020204" pitchFamily="34" charset="0"/>
                <a:ea typeface="微软雅黑" panose="020B0503020204020204" charset="-122"/>
              </a:rPr>
              <a:t>速度快，特别到欧洲三个工作日和东南亚地区二个工作日</a:t>
            </a:r>
            <a:br>
              <a:rPr lang="zh-CN" altLang="en-US" sz="2800">
                <a:solidFill>
                  <a:srgbClr val="FF0000"/>
                </a:solidFill>
                <a:latin typeface="Arial" panose="020B0604020202020204" pitchFamily="34" charset="0"/>
                <a:ea typeface="微软雅黑" panose="020B0503020204020204" charset="-122"/>
              </a:rPr>
            </a:br>
            <a:r>
              <a:rPr lang="en-US" altLang="zh-CN" sz="2800">
                <a:solidFill>
                  <a:srgbClr val="FF0000"/>
                </a:solidFill>
                <a:latin typeface="Arial" panose="020B0604020202020204" pitchFamily="34" charset="0"/>
                <a:ea typeface="微软雅黑" panose="020B0503020204020204" charset="-122"/>
              </a:rPr>
              <a:t>     2.DHL</a:t>
            </a:r>
            <a:r>
              <a:rPr lang="zh-CN" altLang="en-US" sz="2800">
                <a:solidFill>
                  <a:srgbClr val="FF0000"/>
                </a:solidFill>
                <a:latin typeface="Arial" panose="020B0604020202020204" pitchFamily="34" charset="0"/>
                <a:ea typeface="微软雅黑" panose="020B0503020204020204" charset="-122"/>
              </a:rPr>
              <a:t>欧美的小包优势</a:t>
            </a:r>
            <a:r>
              <a:rPr lang="zh-CN" altLang="en-US" sz="2800">
                <a:solidFill>
                  <a:schemeClr val="tx2"/>
                </a:solidFill>
                <a:latin typeface="Arial" panose="020B0604020202020204" pitchFamily="34" charset="0"/>
                <a:ea typeface="微软雅黑" panose="020B0503020204020204" charset="-122"/>
              </a:rPr>
              <a:t> </a:t>
            </a:r>
            <a:r>
              <a:rPr lang="en-US" altLang="zh-CN" sz="2800">
                <a:solidFill>
                  <a:schemeClr val="tx2"/>
                </a:solidFill>
                <a:latin typeface="Arial" panose="020B0604020202020204" pitchFamily="34" charset="0"/>
                <a:ea typeface="微软雅黑" panose="020B0503020204020204" charset="-122"/>
              </a:rPr>
              <a:t>     </a:t>
            </a:r>
            <a:br>
              <a:rPr lang="zh-CN" altLang="en-US" sz="2800">
                <a:solidFill>
                  <a:schemeClr val="tx2"/>
                </a:solidFill>
                <a:latin typeface="Arial" panose="020B0604020202020204" pitchFamily="34" charset="0"/>
                <a:ea typeface="微软雅黑" panose="020B0503020204020204" charset="-122"/>
              </a:rPr>
            </a:br>
            <a:r>
              <a:rPr lang="en-US" altLang="zh-CN" sz="2800">
                <a:solidFill>
                  <a:schemeClr val="tx2"/>
                </a:solidFill>
                <a:latin typeface="Arial" panose="020B0604020202020204" pitchFamily="34" charset="0"/>
                <a:ea typeface="微软雅黑" panose="020B0503020204020204" charset="-122"/>
              </a:rPr>
              <a:t>     3.</a:t>
            </a:r>
            <a:r>
              <a:rPr lang="zh-CN" altLang="en-US" sz="2800">
                <a:solidFill>
                  <a:schemeClr val="tx2"/>
                </a:solidFill>
                <a:latin typeface="Arial" panose="020B0604020202020204" pitchFamily="34" charset="0"/>
                <a:ea typeface="微软雅黑" panose="020B0503020204020204" charset="-122"/>
              </a:rPr>
              <a:t>清关能力比其他快递强</a:t>
            </a:r>
            <a:br>
              <a:rPr lang="zh-CN" altLang="en-US" sz="1800">
                <a:solidFill>
                  <a:schemeClr val="tx2"/>
                </a:solidFill>
                <a:latin typeface="Arial" panose="020B0604020202020204" pitchFamily="34" charset="0"/>
                <a:ea typeface="微软雅黑" panose="020B0503020204020204" charset="-122"/>
              </a:rPr>
            </a:br>
            <a:r>
              <a:rPr lang="en-US" altLang="zh-CN" sz="2800" b="1">
                <a:solidFill>
                  <a:schemeClr val="tx2"/>
                </a:solidFill>
                <a:latin typeface="微软雅黑" panose="020B0503020204020204" charset="-122"/>
                <a:ea typeface="微软雅黑" panose="020B0503020204020204" charset="-122"/>
                <a:cs typeface="+mj-cs"/>
                <a:sym typeface="+mn-ea"/>
              </a:rPr>
              <a:t>DHL快递劣势：</a:t>
            </a:r>
            <a:br>
              <a:rPr lang="en-US" altLang="zh-CN" sz="2800" b="1">
                <a:solidFill>
                  <a:schemeClr val="tx2"/>
                </a:solidFill>
                <a:latin typeface="微软雅黑" panose="020B0503020204020204" charset="-122"/>
                <a:ea typeface="微软雅黑" panose="020B0503020204020204" charset="-122"/>
                <a:cs typeface="+mj-cs"/>
                <a:sym typeface="+mn-ea"/>
              </a:rPr>
            </a:br>
            <a:r>
              <a:rPr lang="en-US" altLang="zh-CN" sz="2800" b="1">
                <a:solidFill>
                  <a:schemeClr val="tx2"/>
                </a:solidFill>
                <a:latin typeface="微软雅黑" panose="020B0503020204020204" charset="-122"/>
                <a:ea typeface="微软雅黑" panose="020B0503020204020204" charset="-122"/>
                <a:cs typeface="+mj-cs"/>
                <a:sym typeface="+mn-ea"/>
              </a:rPr>
              <a:t>    </a:t>
            </a:r>
            <a:r>
              <a:rPr lang="zh-CN" altLang="en-US" sz="2800">
                <a:solidFill>
                  <a:schemeClr val="tx2"/>
                </a:solidFill>
                <a:latin typeface="Arial" panose="020B0604020202020204" pitchFamily="34" charset="0"/>
                <a:ea typeface="微软雅黑" panose="020B0503020204020204" charset="-122"/>
              </a:rPr>
              <a:t>1.大货价格比相对较高，一般的货物运输，DHL的价格高</a:t>
            </a:r>
            <a:endParaRPr lang="zh-CN" altLang="en-US" sz="2800">
              <a:solidFill>
                <a:schemeClr val="tx2"/>
              </a:solidFill>
              <a:latin typeface="Arial" panose="020B0604020202020204" pitchFamily="34" charset="0"/>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8" name="文本框 7"/>
          <p:cNvSpPr txBox="1"/>
          <p:nvPr>
            <p:custDataLst>
              <p:tags r:id="rId3"/>
            </p:custDataLst>
          </p:nvPr>
        </p:nvSpPr>
        <p:spPr>
          <a:xfrm>
            <a:off x="874093" y="614145"/>
            <a:ext cx="10429952" cy="798451"/>
          </a:xfrm>
          <a:prstGeom prst="rect">
            <a:avLst/>
          </a:prstGeom>
        </p:spPr>
        <p:txBody>
          <a:bodyPr wrap="square">
            <a:normAutofit/>
          </a:bodyPr>
          <a:lstStyle>
            <a:defPPr>
              <a:defRPr lang="zh-CN"/>
            </a:defPPr>
            <a:lvl1pPr>
              <a:lnSpc>
                <a:spcPct val="130000"/>
              </a:lnSpc>
              <a:defRPr sz="2400" b="1">
                <a:latin typeface="+mj-lt"/>
                <a:ea typeface="+mj-ea"/>
                <a:cs typeface="+mj-cs"/>
              </a:defRPr>
            </a:lvl1pPr>
          </a:lstStyle>
          <a:p>
            <a:pPr>
              <a:lnSpc>
                <a:spcPct val="120000"/>
              </a:lnSpc>
            </a:pPr>
            <a:r>
              <a:rPr lang="zh-CN" altLang="en-US" sz="2800">
                <a:solidFill>
                  <a:schemeClr val="tx1"/>
                </a:solidFill>
                <a:latin typeface="微软雅黑" panose="020B0503020204020204" charset="-122"/>
                <a:ea typeface="微软雅黑" panose="020B0503020204020204" charset="-122"/>
                <a:sym typeface="+mn-ea"/>
              </a:rPr>
              <a:t>国际快递：</a:t>
            </a:r>
            <a:r>
              <a:rPr lang="en-US" altLang="zh-CN" sz="2800">
                <a:solidFill>
                  <a:schemeClr val="tx1"/>
                </a:solidFill>
                <a:latin typeface="微软雅黑" panose="020B0503020204020204" charset="-122"/>
                <a:ea typeface="微软雅黑" panose="020B0503020204020204" charset="-122"/>
                <a:sym typeface="+mn-ea"/>
              </a:rPr>
              <a:t>UPS</a:t>
            </a:r>
            <a:endParaRPr lang="en-US" altLang="zh-CN" sz="2800">
              <a:solidFill>
                <a:schemeClr val="tx1"/>
              </a:solidFill>
              <a:latin typeface="微软雅黑" panose="020B0503020204020204" charset="-122"/>
              <a:ea typeface="微软雅黑" panose="020B0503020204020204" charset="-122"/>
              <a:sym typeface="+mn-ea"/>
            </a:endParaRPr>
          </a:p>
        </p:txBody>
      </p:sp>
      <p:sp>
        <p:nvSpPr>
          <p:cNvPr id="2" name="文本框 1"/>
          <p:cNvSpPr txBox="1"/>
          <p:nvPr>
            <p:custDataLst>
              <p:tags r:id="rId4"/>
            </p:custDataLst>
          </p:nvPr>
        </p:nvSpPr>
        <p:spPr>
          <a:xfrm>
            <a:off x="874395" y="1854200"/>
            <a:ext cx="5861050" cy="4321175"/>
          </a:xfrm>
          <a:prstGeom prst="rect">
            <a:avLst/>
          </a:prstGeom>
        </p:spPr>
        <p:txBody>
          <a:bodyPr wrap="square">
            <a:noAutofit/>
          </a:bodyPr>
          <a:lstStyle>
            <a:defPPr>
              <a:defRPr lang="zh-CN"/>
            </a:defPPr>
            <a:lvl1pPr marL="228600" indent="-228600">
              <a:lnSpc>
                <a:spcPct val="180000"/>
              </a:lnSpc>
              <a:spcBef>
                <a:spcPts val="0"/>
              </a:spcBef>
              <a:buFont typeface="Arial" panose="020B0604020202020204" pitchFamily="34" charset="0"/>
              <a:buChar char="•"/>
              <a:defRPr>
                <a:solidFill>
                  <a:schemeClr val="tx1">
                    <a:lumMod val="85000"/>
                    <a:lumOff val="15000"/>
                  </a:schemeClr>
                </a:solidFill>
                <a:latin typeface="Arial" panose="020B0604020202020204" pitchFamily="34" charset="0"/>
                <a:ea typeface="微软雅黑" panose="020B0503020204020204" charset="-122"/>
              </a:defRPr>
            </a:lvl1pPr>
            <a:lvl2pPr marL="685800" indent="-228600">
              <a:lnSpc>
                <a:spcPct val="120000"/>
              </a:lnSpc>
              <a:spcBef>
                <a:spcPts val="500"/>
              </a:spcBef>
              <a:buFont typeface="Arial" panose="020B0604020202020204" pitchFamily="34" charset="0"/>
              <a:buChar char="•"/>
              <a:defRPr sz="2000"/>
            </a:lvl2pPr>
            <a:lvl3pPr marL="1143000" indent="-228600">
              <a:lnSpc>
                <a:spcPct val="120000"/>
              </a:lnSpc>
              <a:spcBef>
                <a:spcPts val="500"/>
              </a:spcBef>
              <a:buFont typeface="Arial" panose="020B0604020202020204" pitchFamily="34" charset="0"/>
              <a:buChar char="•"/>
            </a:lvl3pPr>
            <a:lvl4pPr marL="1600200" indent="-228600">
              <a:lnSpc>
                <a:spcPct val="120000"/>
              </a:lnSpc>
              <a:spcBef>
                <a:spcPts val="500"/>
              </a:spcBef>
              <a:buFont typeface="Arial" panose="020B0604020202020204" pitchFamily="34" charset="0"/>
              <a:buChar char="•"/>
            </a:lvl4pPr>
            <a:lvl5pPr marL="2057400" indent="-228600">
              <a:lnSpc>
                <a:spcPct val="12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US" sz="2400">
                <a:solidFill>
                  <a:schemeClr val="tx2"/>
                </a:solidFill>
                <a:sym typeface="+mn-ea"/>
              </a:rPr>
              <a:t>1</a:t>
            </a:r>
            <a:r>
              <a:rPr lang="zh-CN" altLang="en-US" sz="2400">
                <a:solidFill>
                  <a:schemeClr val="tx2"/>
                </a:solidFill>
                <a:sym typeface="+mn-ea"/>
              </a:rPr>
              <a:t>，</a:t>
            </a:r>
            <a:r>
              <a:rPr lang="en-US" altLang="zh-CN" sz="2400">
                <a:solidFill>
                  <a:schemeClr val="tx2"/>
                </a:solidFill>
                <a:sym typeface="+mn-ea"/>
              </a:rPr>
              <a:t>UPS</a:t>
            </a:r>
            <a:r>
              <a:rPr lang="zh-CN" altLang="en-US" sz="2400">
                <a:solidFill>
                  <a:schemeClr val="tx2"/>
                </a:solidFill>
                <a:sym typeface="+mn-ea"/>
              </a:rPr>
              <a:t>在欧美的大货运输价格上有优势</a:t>
            </a:r>
            <a:endParaRPr lang="zh-CN" altLang="en-US" sz="2400">
              <a:solidFill>
                <a:schemeClr val="tx2"/>
              </a:solidFill>
              <a:sym typeface="+mn-ea"/>
            </a:endParaRPr>
          </a:p>
          <a:p>
            <a:pPr marL="0" indent="0">
              <a:buNone/>
            </a:pPr>
            <a:r>
              <a:rPr lang="en-US" altLang="zh-CN" sz="2400">
                <a:solidFill>
                  <a:srgbClr val="FF0000"/>
                </a:solidFill>
                <a:sym typeface="+mn-ea"/>
              </a:rPr>
              <a:t>2</a:t>
            </a:r>
            <a:r>
              <a:rPr lang="zh-CN" altLang="en-US" sz="2400">
                <a:solidFill>
                  <a:srgbClr val="FF0000"/>
                </a:solidFill>
                <a:sym typeface="+mn-ea"/>
              </a:rPr>
              <a:t>，</a:t>
            </a:r>
            <a:r>
              <a:rPr lang="en-US" altLang="zh-CN" sz="2400">
                <a:solidFill>
                  <a:srgbClr val="FF0000"/>
                </a:solidFill>
                <a:sym typeface="+mn-ea"/>
              </a:rPr>
              <a:t>UPS</a:t>
            </a:r>
            <a:r>
              <a:rPr lang="zh-CN" altLang="en-US" sz="2400">
                <a:solidFill>
                  <a:srgbClr val="FF0000"/>
                </a:solidFill>
                <a:sym typeface="+mn-ea"/>
              </a:rPr>
              <a:t>是世界上最大的快递服务商，快递网络覆盖的范围较广和全面。</a:t>
            </a:r>
            <a:endParaRPr lang="zh-CN" altLang="en-US" sz="2400">
              <a:solidFill>
                <a:srgbClr val="FF0000"/>
              </a:solidFill>
              <a:sym typeface="+mn-ea"/>
            </a:endParaRPr>
          </a:p>
          <a:p>
            <a:pPr marL="0" indent="0">
              <a:buNone/>
            </a:pPr>
            <a:r>
              <a:rPr lang="en-US" altLang="zh-CN" sz="2400">
                <a:solidFill>
                  <a:schemeClr val="tx2"/>
                </a:solidFill>
                <a:sym typeface="+mn-ea"/>
              </a:rPr>
              <a:t>3</a:t>
            </a:r>
            <a:r>
              <a:rPr lang="zh-CN" altLang="en-US" sz="2400">
                <a:solidFill>
                  <a:schemeClr val="tx2"/>
                </a:solidFill>
                <a:sym typeface="+mn-ea"/>
              </a:rPr>
              <a:t>，</a:t>
            </a:r>
            <a:r>
              <a:rPr lang="en-US" altLang="zh-CN" sz="2400">
                <a:solidFill>
                  <a:schemeClr val="tx2"/>
                </a:solidFill>
                <a:sym typeface="+mn-ea"/>
              </a:rPr>
              <a:t>UPS</a:t>
            </a:r>
            <a:r>
              <a:rPr lang="zh-CN" altLang="en-US" sz="2400">
                <a:solidFill>
                  <a:schemeClr val="tx2"/>
                </a:solidFill>
                <a:sym typeface="+mn-ea"/>
              </a:rPr>
              <a:t>清关的能力比较强，特别是在美国地址</a:t>
            </a:r>
            <a:endParaRPr lang="zh-CN" altLang="en-US" sz="2400">
              <a:solidFill>
                <a:schemeClr val="tx2"/>
              </a:solidFill>
              <a:sym typeface="+mn-ea"/>
            </a:endParaRPr>
          </a:p>
        </p:txBody>
      </p:sp>
      <p:pic>
        <p:nvPicPr>
          <p:cNvPr id="6" name="图片 5"/>
          <p:cNvPicPr>
            <a:picLocks noChangeAspect="1"/>
          </p:cNvPicPr>
          <p:nvPr/>
        </p:nvPicPr>
        <p:blipFill>
          <a:blip r:embed="rId5"/>
          <a:stretch>
            <a:fillRect/>
          </a:stretch>
        </p:blipFill>
        <p:spPr>
          <a:xfrm>
            <a:off x="6953885" y="1854200"/>
            <a:ext cx="4798060" cy="393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8" name="文本框 7"/>
          <p:cNvSpPr txBox="1"/>
          <p:nvPr>
            <p:custDataLst>
              <p:tags r:id="rId3"/>
            </p:custDataLst>
          </p:nvPr>
        </p:nvSpPr>
        <p:spPr>
          <a:xfrm>
            <a:off x="881078" y="586205"/>
            <a:ext cx="10429952" cy="798451"/>
          </a:xfrm>
          <a:prstGeom prst="rect">
            <a:avLst/>
          </a:prstGeom>
        </p:spPr>
        <p:txBody>
          <a:bodyPr wrap="square">
            <a:normAutofit/>
          </a:bodyPr>
          <a:lstStyle>
            <a:defPPr>
              <a:defRPr lang="zh-CN"/>
            </a:defPPr>
            <a:lvl1pPr>
              <a:lnSpc>
                <a:spcPct val="130000"/>
              </a:lnSpc>
              <a:defRPr sz="2400" b="1">
                <a:latin typeface="+mj-lt"/>
                <a:ea typeface="+mj-ea"/>
                <a:cs typeface="+mj-cs"/>
              </a:defRPr>
            </a:lvl1pPr>
          </a:lstStyle>
          <a:p>
            <a:pPr>
              <a:lnSpc>
                <a:spcPct val="120000"/>
              </a:lnSpc>
            </a:pPr>
            <a:r>
              <a:rPr lang="zh-CN" altLang="en-US" sz="2800">
                <a:solidFill>
                  <a:srgbClr val="FF0000"/>
                </a:solidFill>
                <a:latin typeface="微软雅黑" panose="020B0503020204020204" charset="-122"/>
                <a:ea typeface="微软雅黑" panose="020B0503020204020204" charset="-122"/>
                <a:sym typeface="+mn-ea"/>
              </a:rPr>
              <a:t>国际快递：</a:t>
            </a:r>
            <a:endParaRPr lang="zh-CN" altLang="en-US" sz="2800" dirty="0">
              <a:solidFill>
                <a:srgbClr val="FF0000"/>
              </a:solidFill>
              <a:latin typeface="微软雅黑" panose="020B0503020204020204" charset="-122"/>
              <a:ea typeface="微软雅黑" panose="020B0503020204020204" charset="-122"/>
              <a:sym typeface="+mn-ea"/>
            </a:endParaRPr>
          </a:p>
        </p:txBody>
      </p:sp>
      <p:sp>
        <p:nvSpPr>
          <p:cNvPr id="2" name="文本框 1"/>
          <p:cNvSpPr txBox="1"/>
          <p:nvPr>
            <p:custDataLst>
              <p:tags r:id="rId4"/>
            </p:custDataLst>
          </p:nvPr>
        </p:nvSpPr>
        <p:spPr>
          <a:xfrm>
            <a:off x="874395" y="1785620"/>
            <a:ext cx="10556875" cy="4321175"/>
          </a:xfrm>
          <a:prstGeom prst="rect">
            <a:avLst/>
          </a:prstGeom>
        </p:spPr>
        <p:txBody>
          <a:bodyPr wrap="square">
            <a:normAutofit/>
          </a:bodyPr>
          <a:lstStyle>
            <a:defPPr>
              <a:defRPr lang="zh-CN"/>
            </a:defPPr>
            <a:lvl1pPr marL="228600" indent="-228600">
              <a:lnSpc>
                <a:spcPct val="180000"/>
              </a:lnSpc>
              <a:spcBef>
                <a:spcPts val="0"/>
              </a:spcBef>
              <a:buFont typeface="Arial" panose="020B0604020202020204" pitchFamily="34" charset="0"/>
              <a:buChar char="•"/>
              <a:defRPr>
                <a:solidFill>
                  <a:schemeClr val="tx1">
                    <a:lumMod val="85000"/>
                    <a:lumOff val="15000"/>
                  </a:schemeClr>
                </a:solidFill>
                <a:latin typeface="Arial" panose="020B0604020202020204" pitchFamily="34" charset="0"/>
                <a:ea typeface="微软雅黑" panose="020B0503020204020204" charset="-122"/>
              </a:defRPr>
            </a:lvl1pPr>
            <a:lvl2pPr marL="685800" indent="-228600">
              <a:lnSpc>
                <a:spcPct val="120000"/>
              </a:lnSpc>
              <a:spcBef>
                <a:spcPts val="500"/>
              </a:spcBef>
              <a:buFont typeface="Arial" panose="020B0604020202020204" pitchFamily="34" charset="0"/>
              <a:buChar char="•"/>
              <a:defRPr sz="2000"/>
            </a:lvl2pPr>
            <a:lvl3pPr marL="1143000" indent="-228600">
              <a:lnSpc>
                <a:spcPct val="120000"/>
              </a:lnSpc>
              <a:spcBef>
                <a:spcPts val="500"/>
              </a:spcBef>
              <a:buFont typeface="Arial" panose="020B0604020202020204" pitchFamily="34" charset="0"/>
              <a:buChar char="•"/>
            </a:lvl3pPr>
            <a:lvl4pPr marL="1600200" indent="-228600">
              <a:lnSpc>
                <a:spcPct val="120000"/>
              </a:lnSpc>
              <a:spcBef>
                <a:spcPts val="500"/>
              </a:spcBef>
              <a:buFont typeface="Arial" panose="020B0604020202020204" pitchFamily="34" charset="0"/>
              <a:buChar char="•"/>
            </a:lvl4pPr>
            <a:lvl5pPr marL="2057400" indent="-228600">
              <a:lnSpc>
                <a:spcPct val="12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US" altLang="zh-CN">
                <a:solidFill>
                  <a:schemeClr val="tx1"/>
                </a:solidFill>
              </a:rPr>
              <a:t> </a:t>
            </a:r>
            <a:endParaRPr lang="en-US" altLang="zh-CN">
              <a:solidFill>
                <a:schemeClr val="tx1"/>
              </a:solidFill>
            </a:endParaRPr>
          </a:p>
        </p:txBody>
      </p:sp>
      <p:pic>
        <p:nvPicPr>
          <p:cNvPr id="5" name="图片 4"/>
          <p:cNvPicPr>
            <a:picLocks noChangeAspect="1"/>
          </p:cNvPicPr>
          <p:nvPr/>
        </p:nvPicPr>
        <p:blipFill>
          <a:blip r:embed="rId5"/>
          <a:stretch>
            <a:fillRect/>
          </a:stretch>
        </p:blipFill>
        <p:spPr>
          <a:xfrm>
            <a:off x="1614805" y="1212215"/>
            <a:ext cx="1782445" cy="980440"/>
          </a:xfrm>
          <a:prstGeom prst="rect">
            <a:avLst/>
          </a:prstGeom>
        </p:spPr>
      </p:pic>
      <p:sp>
        <p:nvSpPr>
          <p:cNvPr id="18" name="任意多边形 17"/>
          <p:cNvSpPr/>
          <p:nvPr>
            <p:custDataLst>
              <p:tags r:id="rId6"/>
            </p:custDataLst>
          </p:nvPr>
        </p:nvSpPr>
        <p:spPr>
          <a:xfrm>
            <a:off x="874325" y="2192958"/>
            <a:ext cx="3263089" cy="3263091"/>
          </a:xfrm>
          <a:custGeom>
            <a:avLst/>
            <a:gdLst>
              <a:gd name="connsiteX0" fmla="*/ 464257 w 2175934"/>
              <a:gd name="connsiteY0" fmla="*/ 0 h 2175934"/>
              <a:gd name="connsiteX1" fmla="*/ 807522 w 2175934"/>
              <a:gd name="connsiteY1" fmla="*/ 0 h 2175934"/>
              <a:gd name="connsiteX2" fmla="*/ 804333 w 2175934"/>
              <a:gd name="connsiteY2" fmla="*/ 16004 h 2175934"/>
              <a:gd name="connsiteX3" fmla="*/ 473432 w 2175934"/>
              <a:gd name="connsiteY3" fmla="*/ 16004 h 2175934"/>
              <a:gd name="connsiteX4" fmla="*/ 16004 w 2175934"/>
              <a:gd name="connsiteY4" fmla="*/ 473432 h 2175934"/>
              <a:gd name="connsiteX5" fmla="*/ 16004 w 2175934"/>
              <a:gd name="connsiteY5" fmla="*/ 1702503 h 2175934"/>
              <a:gd name="connsiteX6" fmla="*/ 473432 w 2175934"/>
              <a:gd name="connsiteY6" fmla="*/ 2159931 h 2175934"/>
              <a:gd name="connsiteX7" fmla="*/ 1702503 w 2175934"/>
              <a:gd name="connsiteY7" fmla="*/ 2159931 h 2175934"/>
              <a:gd name="connsiteX8" fmla="*/ 2159931 w 2175934"/>
              <a:gd name="connsiteY8" fmla="*/ 1702503 h 2175934"/>
              <a:gd name="connsiteX9" fmla="*/ 2159931 w 2175934"/>
              <a:gd name="connsiteY9" fmla="*/ 473432 h 2175934"/>
              <a:gd name="connsiteX10" fmla="*/ 1702503 w 2175934"/>
              <a:gd name="connsiteY10" fmla="*/ 16004 h 2175934"/>
              <a:gd name="connsiteX11" fmla="*/ 1365225 w 2175934"/>
              <a:gd name="connsiteY11" fmla="*/ 16004 h 2175934"/>
              <a:gd name="connsiteX12" fmla="*/ 1368414 w 2175934"/>
              <a:gd name="connsiteY12" fmla="*/ 0 h 2175934"/>
              <a:gd name="connsiteX13" fmla="*/ 1711677 w 2175934"/>
              <a:gd name="connsiteY13" fmla="*/ 0 h 2175934"/>
              <a:gd name="connsiteX14" fmla="*/ 2175934 w 2175934"/>
              <a:gd name="connsiteY14" fmla="*/ 464257 h 2175934"/>
              <a:gd name="connsiteX15" fmla="*/ 2175934 w 2175934"/>
              <a:gd name="connsiteY15" fmla="*/ 1711677 h 2175934"/>
              <a:gd name="connsiteX16" fmla="*/ 1711677 w 2175934"/>
              <a:gd name="connsiteY16" fmla="*/ 2175934 h 2175934"/>
              <a:gd name="connsiteX17" fmla="*/ 464257 w 2175934"/>
              <a:gd name="connsiteY17" fmla="*/ 2175934 h 2175934"/>
              <a:gd name="connsiteX18" fmla="*/ 0 w 2175934"/>
              <a:gd name="connsiteY18" fmla="*/ 1711677 h 2175934"/>
              <a:gd name="connsiteX19" fmla="*/ 0 w 2175934"/>
              <a:gd name="connsiteY19" fmla="*/ 464257 h 2175934"/>
              <a:gd name="connsiteX20" fmla="*/ 464257 w 2175934"/>
              <a:gd name="connsiteY20" fmla="*/ 0 h 217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75934" h="2175934">
                <a:moveTo>
                  <a:pt x="464257" y="0"/>
                </a:moveTo>
                <a:lnTo>
                  <a:pt x="807522" y="0"/>
                </a:lnTo>
                <a:lnTo>
                  <a:pt x="804333" y="16004"/>
                </a:lnTo>
                <a:lnTo>
                  <a:pt x="473432" y="16004"/>
                </a:lnTo>
                <a:cubicBezTo>
                  <a:pt x="220801" y="16004"/>
                  <a:pt x="16004" y="220801"/>
                  <a:pt x="16004" y="473432"/>
                </a:cubicBezTo>
                <a:lnTo>
                  <a:pt x="16004" y="1702503"/>
                </a:lnTo>
                <a:cubicBezTo>
                  <a:pt x="16004" y="1955134"/>
                  <a:pt x="220801" y="2159931"/>
                  <a:pt x="473432" y="2159931"/>
                </a:cubicBezTo>
                <a:lnTo>
                  <a:pt x="1702503" y="2159931"/>
                </a:lnTo>
                <a:cubicBezTo>
                  <a:pt x="1955134" y="2159931"/>
                  <a:pt x="2159931" y="1955134"/>
                  <a:pt x="2159931" y="1702503"/>
                </a:cubicBezTo>
                <a:lnTo>
                  <a:pt x="2159931" y="473432"/>
                </a:lnTo>
                <a:cubicBezTo>
                  <a:pt x="2159931" y="220801"/>
                  <a:pt x="1955134" y="16004"/>
                  <a:pt x="1702503" y="16004"/>
                </a:cubicBezTo>
                <a:lnTo>
                  <a:pt x="1365225" y="16004"/>
                </a:lnTo>
                <a:lnTo>
                  <a:pt x="1368414" y="0"/>
                </a:lnTo>
                <a:lnTo>
                  <a:pt x="1711677" y="0"/>
                </a:lnTo>
                <a:cubicBezTo>
                  <a:pt x="1968079" y="0"/>
                  <a:pt x="2175934" y="207855"/>
                  <a:pt x="2175934" y="464257"/>
                </a:cubicBezTo>
                <a:lnTo>
                  <a:pt x="2175934" y="1711677"/>
                </a:lnTo>
                <a:cubicBezTo>
                  <a:pt x="2175934" y="1968079"/>
                  <a:pt x="1968079" y="2175934"/>
                  <a:pt x="1711677" y="2175934"/>
                </a:cubicBezTo>
                <a:lnTo>
                  <a:pt x="464257" y="2175934"/>
                </a:lnTo>
                <a:cubicBezTo>
                  <a:pt x="207855" y="2175934"/>
                  <a:pt x="0" y="1968079"/>
                  <a:pt x="0" y="1711677"/>
                </a:cubicBezTo>
                <a:lnTo>
                  <a:pt x="0" y="464257"/>
                </a:lnTo>
                <a:cubicBezTo>
                  <a:pt x="0" y="207855"/>
                  <a:pt x="207855" y="0"/>
                  <a:pt x="4642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bIns="0" rtlCol="0" anchor="ctr">
            <a:normAutofit/>
          </a:bodyPr>
          <a:p>
            <a:pPr marL="0" lvl="0" algn="ctr"/>
            <a:r>
              <a:rPr lang="zh-CN" altLang="en-US" sz="2400" dirty="0" smtClean="0">
                <a:solidFill>
                  <a:srgbClr val="FF0000"/>
                </a:solidFill>
                <a:sym typeface="+mn-ea"/>
              </a:rPr>
              <a:t> </a:t>
            </a:r>
            <a:r>
              <a:rPr lang="zh-CN" altLang="en-US" sz="2400" dirty="0" smtClean="0">
                <a:solidFill>
                  <a:schemeClr val="tx1"/>
                </a:solidFill>
                <a:sym typeface="+mn-ea"/>
              </a:rPr>
              <a:t>联邦快递（FedEx ）超大尺寸货物有优势，附加费相对较低</a:t>
            </a:r>
            <a:endParaRPr lang="zh-CN" altLang="en-US" sz="2400" dirty="0" smtClean="0">
              <a:solidFill>
                <a:schemeClr val="tx1"/>
              </a:solidFill>
              <a:sym typeface="+mn-ea"/>
            </a:endParaRPr>
          </a:p>
        </p:txBody>
      </p:sp>
      <p:sp>
        <p:nvSpPr>
          <p:cNvPr id="9" name="文本框 8"/>
          <p:cNvSpPr txBox="1"/>
          <p:nvPr/>
        </p:nvSpPr>
        <p:spPr>
          <a:xfrm>
            <a:off x="4664710" y="2192655"/>
            <a:ext cx="7064375" cy="3507740"/>
          </a:xfrm>
          <a:prstGeom prst="rect">
            <a:avLst/>
          </a:prstGeom>
          <a:noFill/>
        </p:spPr>
        <p:txBody>
          <a:bodyPr wrap="square" rtlCol="0">
            <a:spAutoFit/>
          </a:bodyPr>
          <a:p>
            <a:pPr algn="l">
              <a:buClrTx/>
              <a:buSzTx/>
              <a:buFontTx/>
            </a:pPr>
            <a:r>
              <a:rPr lang="en-US" altLang="zh-CN" sz="2800" b="1">
                <a:solidFill>
                  <a:srgbClr val="FF0000"/>
                </a:solidFill>
                <a:latin typeface="微软雅黑" panose="020B0503020204020204" charset="-122"/>
                <a:ea typeface="微软雅黑" panose="020B0503020204020204" charset="-122"/>
                <a:cs typeface="+mj-cs"/>
              </a:rPr>
              <a:t>FEDEX快递优势：</a:t>
            </a:r>
            <a:endParaRPr lang="en-US" altLang="zh-CN" sz="2800" b="1">
              <a:solidFill>
                <a:srgbClr val="FF0000"/>
              </a:solidFill>
              <a:latin typeface="微软雅黑" panose="020B0503020204020204" charset="-122"/>
              <a:ea typeface="微软雅黑" panose="020B0503020204020204" charset="-122"/>
              <a:cs typeface="+mj-cs"/>
            </a:endParaRPr>
          </a:p>
          <a:p>
            <a:pPr algn="l">
              <a:buClrTx/>
              <a:buSzTx/>
              <a:buFontTx/>
            </a:pPr>
            <a:r>
              <a:rPr lang="en-US" altLang="zh-CN" sz="2400">
                <a:solidFill>
                  <a:srgbClr val="FF0000"/>
                </a:solidFill>
                <a:latin typeface="Arial" panose="020B0604020202020204" pitchFamily="34" charset="0"/>
                <a:ea typeface="微软雅黑" panose="020B0503020204020204" charset="-122"/>
              </a:rPr>
              <a:t>    1.</a:t>
            </a:r>
            <a:r>
              <a:rPr lang="en-US" altLang="zh-CN" sz="2400" dirty="0" smtClean="0">
                <a:solidFill>
                  <a:srgbClr val="FF0000"/>
                </a:solidFill>
                <a:sym typeface="+mn-ea"/>
              </a:rPr>
              <a:t>FEDEX</a:t>
            </a:r>
            <a:r>
              <a:rPr lang="zh-CN" altLang="en-US" sz="2400" dirty="0" smtClean="0">
                <a:solidFill>
                  <a:srgbClr val="FF0000"/>
                </a:solidFill>
                <a:sym typeface="+mn-ea"/>
              </a:rPr>
              <a:t>可走超大件，单件超过</a:t>
            </a:r>
            <a:r>
              <a:rPr lang="en-US" altLang="zh-CN" sz="2400" dirty="0" smtClean="0">
                <a:solidFill>
                  <a:srgbClr val="FF0000"/>
                </a:solidFill>
                <a:sym typeface="+mn-ea"/>
              </a:rPr>
              <a:t>68KG</a:t>
            </a:r>
            <a:r>
              <a:rPr lang="zh-CN" altLang="en-US" sz="2400" dirty="0" smtClean="0">
                <a:solidFill>
                  <a:srgbClr val="FF0000"/>
                </a:solidFill>
                <a:sym typeface="+mn-ea"/>
              </a:rPr>
              <a:t>的大货件首选</a:t>
            </a:r>
            <a:br>
              <a:rPr lang="zh-CN" altLang="en-US" sz="2400">
                <a:solidFill>
                  <a:srgbClr val="FF0000"/>
                </a:solidFill>
                <a:latin typeface="Arial" panose="020B0604020202020204" pitchFamily="34" charset="0"/>
                <a:ea typeface="微软雅黑" panose="020B0503020204020204" charset="-122"/>
              </a:rPr>
            </a:br>
            <a:r>
              <a:rPr lang="en-US" altLang="zh-CN" sz="2400">
                <a:solidFill>
                  <a:srgbClr val="FF0000"/>
                </a:solidFill>
                <a:latin typeface="Arial" panose="020B0604020202020204" pitchFamily="34" charset="0"/>
                <a:ea typeface="微软雅黑" panose="020B0503020204020204" charset="-122"/>
              </a:rPr>
              <a:t>   </a:t>
            </a:r>
            <a:r>
              <a:rPr lang="en-US" altLang="zh-CN" sz="2400">
                <a:solidFill>
                  <a:schemeClr val="tx2"/>
                </a:solidFill>
                <a:latin typeface="Arial" panose="020B0604020202020204" pitchFamily="34" charset="0"/>
                <a:ea typeface="微软雅黑" panose="020B0503020204020204" charset="-122"/>
              </a:rPr>
              <a:t> 2.</a:t>
            </a:r>
            <a:r>
              <a:rPr lang="zh-CN" altLang="en-US" sz="2400">
                <a:solidFill>
                  <a:schemeClr val="tx2"/>
                </a:solidFill>
                <a:latin typeface="Arial" panose="020B0604020202020204" pitchFamily="34" charset="0"/>
                <a:ea typeface="微软雅黑" panose="020B0503020204020204" charset="-122"/>
              </a:rPr>
              <a:t>到欧洲和亚洲的一些地区，普通小货有价格优势</a:t>
            </a:r>
            <a:r>
              <a:rPr lang="en-US" altLang="zh-CN" sz="2400">
                <a:solidFill>
                  <a:schemeClr val="tx2"/>
                </a:solidFill>
                <a:latin typeface="Arial" panose="020B0604020202020204" pitchFamily="34" charset="0"/>
                <a:ea typeface="微软雅黑" panose="020B0503020204020204" charset="-122"/>
              </a:rPr>
              <a:t>     </a:t>
            </a:r>
            <a:br>
              <a:rPr lang="zh-CN" altLang="en-US" sz="1800">
                <a:solidFill>
                  <a:schemeClr val="tx2"/>
                </a:solidFill>
                <a:latin typeface="Arial" panose="020B0604020202020204" pitchFamily="34" charset="0"/>
                <a:ea typeface="微软雅黑" panose="020B0503020204020204" charset="-122"/>
              </a:rPr>
            </a:br>
            <a:r>
              <a:rPr lang="en-US" altLang="zh-CN" sz="2800" b="1">
                <a:solidFill>
                  <a:schemeClr val="tx2"/>
                </a:solidFill>
                <a:latin typeface="微软雅黑" panose="020B0503020204020204" charset="-122"/>
                <a:ea typeface="微软雅黑" panose="020B0503020204020204" charset="-122"/>
                <a:cs typeface="+mj-cs"/>
              </a:rPr>
              <a:t>FEDEX</a:t>
            </a:r>
            <a:r>
              <a:rPr lang="en-US" altLang="zh-CN" sz="2800" b="1">
                <a:solidFill>
                  <a:schemeClr val="tx2"/>
                </a:solidFill>
                <a:latin typeface="微软雅黑" panose="020B0503020204020204" charset="-122"/>
                <a:ea typeface="微软雅黑" panose="020B0503020204020204" charset="-122"/>
                <a:cs typeface="+mj-cs"/>
                <a:sym typeface="+mn-ea"/>
              </a:rPr>
              <a:t>快递劣势：</a:t>
            </a:r>
            <a:br>
              <a:rPr lang="en-US" altLang="zh-CN" sz="2800" b="1">
                <a:solidFill>
                  <a:schemeClr val="tx2"/>
                </a:solidFill>
                <a:latin typeface="微软雅黑" panose="020B0503020204020204" charset="-122"/>
                <a:ea typeface="微软雅黑" panose="020B0503020204020204" charset="-122"/>
                <a:cs typeface="+mj-cs"/>
                <a:sym typeface="+mn-ea"/>
              </a:rPr>
            </a:br>
            <a:r>
              <a:rPr lang="en-US" altLang="zh-CN" sz="2800" b="1">
                <a:solidFill>
                  <a:schemeClr val="tx2"/>
                </a:solidFill>
                <a:latin typeface="微软雅黑" panose="020B0503020204020204" charset="-122"/>
                <a:ea typeface="微软雅黑" panose="020B0503020204020204" charset="-122"/>
                <a:cs typeface="+mj-cs"/>
                <a:sym typeface="+mn-ea"/>
              </a:rPr>
              <a:t>  </a:t>
            </a:r>
            <a:r>
              <a:rPr lang="en-US" altLang="zh-CN" sz="2400" b="1">
                <a:solidFill>
                  <a:schemeClr val="tx2"/>
                </a:solidFill>
                <a:latin typeface="微软雅黑" panose="020B0503020204020204" charset="-122"/>
                <a:ea typeface="微软雅黑" panose="020B0503020204020204" charset="-122"/>
                <a:cs typeface="+mj-cs"/>
                <a:sym typeface="+mn-ea"/>
              </a:rPr>
              <a:t> </a:t>
            </a:r>
            <a:r>
              <a:rPr lang="en-US" altLang="zh-CN" sz="2400">
                <a:solidFill>
                  <a:schemeClr val="tx2"/>
                </a:solidFill>
                <a:latin typeface="Arial" panose="020B0604020202020204" pitchFamily="34" charset="0"/>
                <a:ea typeface="微软雅黑" panose="020B0503020204020204" charset="-122"/>
              </a:rPr>
              <a:t>1.</a:t>
            </a:r>
            <a:r>
              <a:rPr lang="zh-CN" altLang="en-US" sz="2400">
                <a:solidFill>
                  <a:schemeClr val="tx2"/>
                </a:solidFill>
                <a:latin typeface="Arial" panose="020B0604020202020204" pitchFamily="34" charset="0"/>
                <a:ea typeface="微软雅黑" panose="020B0503020204020204" charset="-122"/>
              </a:rPr>
              <a:t>除美国外，</a:t>
            </a:r>
            <a:r>
              <a:rPr lang="zh-CN" altLang="en-US" sz="2400" dirty="0" smtClean="0">
                <a:solidFill>
                  <a:schemeClr val="tx2"/>
                </a:solidFill>
                <a:sym typeface="+mn-ea"/>
              </a:rPr>
              <a:t>清关能力相对</a:t>
            </a:r>
            <a:r>
              <a:rPr lang="en-US" altLang="zh-CN" sz="2400" dirty="0" smtClean="0">
                <a:solidFill>
                  <a:schemeClr val="tx2"/>
                </a:solidFill>
                <a:sym typeface="+mn-ea"/>
              </a:rPr>
              <a:t>DHL UPS</a:t>
            </a:r>
            <a:r>
              <a:rPr lang="zh-CN" altLang="en-US" sz="2400" dirty="0" smtClean="0">
                <a:solidFill>
                  <a:schemeClr val="tx2"/>
                </a:solidFill>
                <a:sym typeface="+mn-ea"/>
              </a:rPr>
              <a:t>快递比较弱</a:t>
            </a:r>
            <a:br>
              <a:rPr lang="zh-CN" altLang="en-US" sz="2400">
                <a:solidFill>
                  <a:schemeClr val="tx2"/>
                </a:solidFill>
                <a:latin typeface="Arial" panose="020B0604020202020204" pitchFamily="34" charset="0"/>
                <a:ea typeface="微软雅黑" panose="020B0503020204020204" charset="-122"/>
              </a:rPr>
            </a:br>
            <a:r>
              <a:rPr lang="en-US" altLang="zh-CN" sz="2400">
                <a:solidFill>
                  <a:schemeClr val="tx2"/>
                </a:solidFill>
                <a:latin typeface="Arial" panose="020B0604020202020204" pitchFamily="34" charset="0"/>
                <a:ea typeface="微软雅黑" panose="020B0503020204020204" charset="-122"/>
              </a:rPr>
              <a:t>    2.</a:t>
            </a:r>
            <a:r>
              <a:rPr lang="zh-CN" altLang="en-US" sz="2400">
                <a:solidFill>
                  <a:schemeClr val="tx2"/>
                </a:solidFill>
                <a:latin typeface="Arial" panose="020B0604020202020204" pitchFamily="34" charset="0"/>
                <a:ea typeface="微软雅黑" panose="020B0503020204020204" charset="-122"/>
              </a:rPr>
              <a:t>普通货物大货价格比较高</a:t>
            </a:r>
            <a:br>
              <a:rPr lang="zh-CN" altLang="en-US" sz="1800">
                <a:solidFill>
                  <a:schemeClr val="tx2"/>
                </a:solidFill>
                <a:latin typeface="Arial" panose="020B0604020202020204" pitchFamily="34" charset="0"/>
                <a:ea typeface="微软雅黑" panose="020B0503020204020204" charset="-122"/>
              </a:rPr>
            </a:br>
            <a:r>
              <a:rPr lang="zh-CN" altLang="en-US" sz="1800">
                <a:solidFill>
                  <a:srgbClr val="FF0000"/>
                </a:solidFill>
                <a:latin typeface="Arial" panose="020B0604020202020204" pitchFamily="34" charset="0"/>
                <a:ea typeface="微软雅黑" panose="020B0503020204020204" charset="-122"/>
              </a:rPr>
              <a:t> </a:t>
            </a:r>
            <a:r>
              <a:rPr lang="en-US" altLang="zh-CN" sz="1800">
                <a:solidFill>
                  <a:srgbClr val="FF0000"/>
                </a:solidFill>
                <a:latin typeface="Arial" panose="020B0604020202020204" pitchFamily="34" charset="0"/>
                <a:ea typeface="微软雅黑" panose="020B0503020204020204" charset="-122"/>
              </a:rPr>
              <a:t>    </a:t>
            </a:r>
            <a:endParaRPr lang="en-US" altLang="zh-CN" sz="1800">
              <a:solidFill>
                <a:srgbClr val="FF0000"/>
              </a:solidFill>
              <a:latin typeface="Arial" panose="020B0604020202020204" pitchFamily="34" charset="0"/>
              <a:ea typeface="微软雅黑" panose="020B0503020204020204" charset="-122"/>
            </a:endParaRPr>
          </a:p>
        </p:txBody>
      </p:sp>
      <p:pic>
        <p:nvPicPr>
          <p:cNvPr id="6" name="图片 5" descr="C:/Users/guo/AppData/Local/Temp/kaimatting/20220404175245/output_aiMatting_20220404175633.pngoutput_aiMatting_20220404175633"/>
          <p:cNvPicPr>
            <a:picLocks noChangeAspect="1"/>
          </p:cNvPicPr>
          <p:nvPr/>
        </p:nvPicPr>
        <p:blipFill>
          <a:blip r:embed="rId7"/>
          <a:stretch>
            <a:fillRect/>
          </a:stretch>
        </p:blipFill>
        <p:spPr>
          <a:xfrm>
            <a:off x="5906770" y="586105"/>
            <a:ext cx="5524500" cy="1554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8" name="文本框 7"/>
          <p:cNvSpPr txBox="1"/>
          <p:nvPr>
            <p:custDataLst>
              <p:tags r:id="rId3"/>
            </p:custDataLst>
          </p:nvPr>
        </p:nvSpPr>
        <p:spPr>
          <a:xfrm>
            <a:off x="350853" y="827505"/>
            <a:ext cx="10429952" cy="798451"/>
          </a:xfrm>
          <a:prstGeom prst="rect">
            <a:avLst/>
          </a:prstGeom>
        </p:spPr>
        <p:txBody>
          <a:bodyPr wrap="square">
            <a:normAutofit/>
          </a:bodyPr>
          <a:lstStyle>
            <a:defPPr>
              <a:defRPr lang="zh-CN"/>
            </a:defPPr>
            <a:lvl1pPr>
              <a:lnSpc>
                <a:spcPct val="130000"/>
              </a:lnSpc>
              <a:defRPr sz="2400" b="1">
                <a:latin typeface="+mj-lt"/>
                <a:ea typeface="+mj-ea"/>
                <a:cs typeface="+mj-cs"/>
              </a:defRPr>
            </a:lvl1pPr>
          </a:lstStyle>
          <a:p>
            <a:pPr>
              <a:lnSpc>
                <a:spcPct val="120000"/>
              </a:lnSpc>
            </a:pPr>
            <a:r>
              <a:rPr lang="zh-CN" altLang="en-US" sz="2800">
                <a:solidFill>
                  <a:schemeClr val="tx1"/>
                </a:solidFill>
                <a:latin typeface="微软雅黑" panose="020B0503020204020204" charset="-122"/>
                <a:ea typeface="微软雅黑" panose="020B0503020204020204" charset="-122"/>
                <a:sym typeface="+mn-ea"/>
              </a:rPr>
              <a:t>快递尺寸限制：</a:t>
            </a:r>
            <a:endParaRPr lang="zh-CN" altLang="en-US" sz="2800" dirty="0">
              <a:solidFill>
                <a:schemeClr val="tx1"/>
              </a:solidFill>
              <a:latin typeface="微软雅黑" panose="020B0503020204020204" charset="-122"/>
              <a:ea typeface="微软雅黑" panose="020B0503020204020204" charset="-122"/>
              <a:sym typeface="+mn-ea"/>
            </a:endParaRPr>
          </a:p>
        </p:txBody>
      </p:sp>
      <p:sp>
        <p:nvSpPr>
          <p:cNvPr id="2" name="文本框 1"/>
          <p:cNvSpPr txBox="1"/>
          <p:nvPr/>
        </p:nvSpPr>
        <p:spPr>
          <a:xfrm>
            <a:off x="351155" y="1412875"/>
            <a:ext cx="10840720" cy="4523105"/>
          </a:xfrm>
          <a:prstGeom prst="rect">
            <a:avLst/>
          </a:prstGeom>
          <a:noFill/>
        </p:spPr>
        <p:txBody>
          <a:bodyPr wrap="square" rtlCol="0">
            <a:spAutoFit/>
          </a:bodyPr>
          <a:p>
            <a:pPr algn="l">
              <a:buClrTx/>
              <a:buSzTx/>
              <a:buFontTx/>
            </a:pPr>
            <a:r>
              <a:rPr lang="en-US" altLang="zh-CN" sz="3600" b="1">
                <a:solidFill>
                  <a:srgbClr val="FF0000"/>
                </a:solidFill>
                <a:sym typeface="+mn-ea"/>
              </a:rPr>
              <a:t>DHL</a:t>
            </a:r>
            <a:r>
              <a:rPr lang="zh-CN" altLang="en-US" sz="3600" b="1">
                <a:solidFill>
                  <a:srgbClr val="FF0000"/>
                </a:solidFill>
                <a:sym typeface="+mn-ea"/>
              </a:rPr>
              <a:t>快递：</a:t>
            </a:r>
            <a:endParaRPr lang="zh-CN" altLang="en-US" sz="3600" b="1">
              <a:solidFill>
                <a:srgbClr val="FF0000"/>
              </a:solidFill>
            </a:endParaRPr>
          </a:p>
          <a:p>
            <a:pPr algn="l">
              <a:buClrTx/>
              <a:buSzTx/>
              <a:buFontTx/>
            </a:pPr>
            <a:r>
              <a:rPr lang="en-US" altLang="zh-CN" sz="2400">
                <a:solidFill>
                  <a:schemeClr val="tx1"/>
                </a:solidFill>
                <a:sym typeface="+mn-ea"/>
              </a:rPr>
              <a:t>1,</a:t>
            </a:r>
            <a:r>
              <a:rPr lang="zh-CN" altLang="en-US" sz="2400">
                <a:solidFill>
                  <a:schemeClr val="tx1"/>
                </a:solidFill>
                <a:sym typeface="+mn-ea"/>
              </a:rPr>
              <a:t>，长度</a:t>
            </a:r>
            <a:r>
              <a:rPr lang="en-US" altLang="zh-CN" sz="2400">
                <a:solidFill>
                  <a:schemeClr val="tx1"/>
                </a:solidFill>
                <a:sym typeface="+mn-ea"/>
              </a:rPr>
              <a:t>≥</a:t>
            </a:r>
            <a:r>
              <a:rPr lang="zh-CN" altLang="en-US" sz="2400">
                <a:solidFill>
                  <a:schemeClr val="tx1"/>
                </a:solidFill>
                <a:sym typeface="+mn-ea"/>
              </a:rPr>
              <a:t>120CM，加收附加费</a:t>
            </a:r>
            <a:endParaRPr lang="zh-CN" altLang="en-US" sz="2400">
              <a:solidFill>
                <a:schemeClr val="tx1"/>
              </a:solidFill>
              <a:sym typeface="+mn-ea"/>
            </a:endParaRPr>
          </a:p>
          <a:p>
            <a:pPr algn="l">
              <a:buClrTx/>
              <a:buSzTx/>
              <a:buFontTx/>
            </a:pPr>
            <a:r>
              <a:rPr lang="en-US" altLang="zh-CN" sz="2400">
                <a:solidFill>
                  <a:schemeClr val="tx1"/>
                </a:solidFill>
                <a:sym typeface="+mn-ea"/>
              </a:rPr>
              <a:t>2</a:t>
            </a:r>
            <a:r>
              <a:rPr lang="zh-CN" altLang="en-US" sz="2400">
                <a:solidFill>
                  <a:schemeClr val="tx1"/>
                </a:solidFill>
                <a:sym typeface="+mn-ea"/>
              </a:rPr>
              <a:t>，单件计费重</a:t>
            </a:r>
            <a:r>
              <a:rPr lang="en-US" altLang="zh-CN" sz="2400">
                <a:solidFill>
                  <a:schemeClr val="tx1"/>
                </a:solidFill>
                <a:sym typeface="+mn-ea"/>
              </a:rPr>
              <a:t>≥</a:t>
            </a:r>
            <a:r>
              <a:rPr lang="zh-CN" altLang="en-US" sz="2400">
                <a:solidFill>
                  <a:schemeClr val="tx1"/>
                </a:solidFill>
                <a:sym typeface="+mn-ea"/>
              </a:rPr>
              <a:t>69公斤，需加收附加费</a:t>
            </a:r>
            <a:endParaRPr lang="zh-CN" altLang="en-US" sz="2400">
              <a:solidFill>
                <a:schemeClr val="tx1"/>
              </a:solidFill>
              <a:sym typeface="+mn-ea"/>
            </a:endParaRPr>
          </a:p>
          <a:p>
            <a:pPr algn="l">
              <a:buClrTx/>
              <a:buSzTx/>
              <a:buFontTx/>
            </a:pPr>
            <a:endParaRPr lang="zh-CN" altLang="en-US" sz="2400">
              <a:solidFill>
                <a:srgbClr val="FF0000"/>
              </a:solidFill>
              <a:sym typeface="+mn-ea"/>
            </a:endParaRPr>
          </a:p>
          <a:p>
            <a:pPr algn="l">
              <a:buClrTx/>
              <a:buSzTx/>
              <a:buFontTx/>
            </a:pPr>
            <a:r>
              <a:rPr lang="en-US" altLang="zh-CN" sz="3600" b="1">
                <a:solidFill>
                  <a:srgbClr val="FF0000"/>
                </a:solidFill>
              </a:rPr>
              <a:t>UPS</a:t>
            </a:r>
            <a:r>
              <a:rPr lang="zh-CN" altLang="en-US" sz="3600" b="1">
                <a:solidFill>
                  <a:srgbClr val="FF0000"/>
                </a:solidFill>
              </a:rPr>
              <a:t>快递：</a:t>
            </a:r>
            <a:br>
              <a:rPr lang="zh-CN" altLang="en-US">
                <a:solidFill>
                  <a:srgbClr val="FF0000"/>
                </a:solidFill>
              </a:rPr>
            </a:br>
            <a:r>
              <a:rPr lang="en-US" altLang="zh-CN" sz="2400">
                <a:solidFill>
                  <a:schemeClr val="tx1"/>
                </a:solidFill>
              </a:rPr>
              <a:t>1.</a:t>
            </a:r>
            <a:r>
              <a:rPr sz="2400">
                <a:solidFill>
                  <a:schemeClr val="tx1"/>
                </a:solidFill>
              </a:rPr>
              <a:t> 最长边</a:t>
            </a:r>
            <a:r>
              <a:rPr lang="en-US" sz="2400">
                <a:solidFill>
                  <a:schemeClr val="tx1"/>
                </a:solidFill>
              </a:rPr>
              <a:t>≤</a:t>
            </a:r>
            <a:r>
              <a:rPr sz="2400">
                <a:solidFill>
                  <a:schemeClr val="tx1"/>
                </a:solidFill>
              </a:rPr>
              <a:t>122CM    4.第二长边</a:t>
            </a:r>
            <a:r>
              <a:rPr lang="en-US" sz="2400">
                <a:solidFill>
                  <a:schemeClr val="tx1"/>
                </a:solidFill>
                <a:sym typeface="+mn-ea"/>
              </a:rPr>
              <a:t>≤</a:t>
            </a:r>
            <a:r>
              <a:rPr sz="2400">
                <a:solidFill>
                  <a:schemeClr val="tx1"/>
                </a:solidFill>
              </a:rPr>
              <a:t>76CM     5.单件计费重量</a:t>
            </a:r>
            <a:r>
              <a:rPr lang="en-US" sz="2400">
                <a:solidFill>
                  <a:schemeClr val="tx1"/>
                </a:solidFill>
                <a:sym typeface="+mn-ea"/>
              </a:rPr>
              <a:t>≤</a:t>
            </a:r>
            <a:r>
              <a:rPr sz="2400">
                <a:solidFill>
                  <a:schemeClr val="tx1"/>
                </a:solidFill>
              </a:rPr>
              <a:t>32KG </a:t>
            </a:r>
            <a:endParaRPr sz="2400">
              <a:solidFill>
                <a:schemeClr val="tx1"/>
              </a:solidFill>
            </a:endParaRPr>
          </a:p>
          <a:p>
            <a:pPr algn="l">
              <a:buClrTx/>
              <a:buSzTx/>
              <a:buFontTx/>
            </a:pPr>
            <a:r>
              <a:rPr lang="en-US" altLang="zh-CN" sz="2400">
                <a:solidFill>
                  <a:schemeClr val="tx1"/>
                </a:solidFill>
              </a:rPr>
              <a:t>2.超过以下条件任意一条的，UPS将拒绝接受 </a:t>
            </a:r>
            <a:endParaRPr lang="en-US" altLang="zh-CN" sz="2400">
              <a:solidFill>
                <a:schemeClr val="tx1"/>
              </a:solidFill>
            </a:endParaRPr>
          </a:p>
          <a:p>
            <a:r>
              <a:rPr lang="en-US" altLang="zh-CN" sz="2400">
                <a:solidFill>
                  <a:schemeClr val="tx1"/>
                </a:solidFill>
              </a:rPr>
              <a:t>  1.）任何包裹的最長一邊 (長度) 超過270厘米</a:t>
            </a:r>
            <a:endParaRPr lang="en-US" altLang="zh-CN" sz="2400">
              <a:solidFill>
                <a:schemeClr val="tx1"/>
              </a:solidFill>
            </a:endParaRPr>
          </a:p>
          <a:p>
            <a:r>
              <a:rPr lang="en-US" altLang="zh-CN" sz="2400">
                <a:solidFill>
                  <a:schemeClr val="tx1"/>
                </a:solidFill>
              </a:rPr>
              <a:t>  2.）任何包裹的三围之和（即</a:t>
            </a:r>
            <a:r>
              <a:rPr lang="zh-CN" altLang="en-US" sz="2400">
                <a:solidFill>
                  <a:schemeClr val="tx1"/>
                </a:solidFill>
              </a:rPr>
              <a:t>：</a:t>
            </a:r>
            <a:r>
              <a:rPr lang="en-US" altLang="zh-CN" sz="2400">
                <a:solidFill>
                  <a:schemeClr val="tx1"/>
                </a:solidFill>
              </a:rPr>
              <a:t>（宽+高）*2+长）超過400厘米</a:t>
            </a:r>
            <a:endParaRPr lang="en-US" altLang="zh-CN" sz="2400">
              <a:solidFill>
                <a:schemeClr val="tx1"/>
              </a:solidFill>
            </a:endParaRPr>
          </a:p>
          <a:p>
            <a:r>
              <a:rPr lang="en-US" altLang="zh-CN" sz="2400">
                <a:solidFill>
                  <a:schemeClr val="tx1"/>
                </a:solidFill>
              </a:rPr>
              <a:t>  3.）任何包裹的重量超過70公斤</a:t>
            </a:r>
            <a:endParaRPr lang="en-US" altLang="zh-CN" sz="2400">
              <a:solidFill>
                <a:schemeClr val="tx1"/>
              </a:solidFill>
            </a:endParaRPr>
          </a:p>
          <a:p>
            <a:endParaRPr lang="en-US" altLang="zh-CN" sz="2400" b="1">
              <a:solidFill>
                <a:schemeClr val="tx1"/>
              </a:solidFill>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9" name="文本框 4"/>
          <p:cNvSpPr txBox="1"/>
          <p:nvPr>
            <p:custDataLst>
              <p:tags r:id="rId3"/>
            </p:custDataLst>
          </p:nvPr>
        </p:nvSpPr>
        <p:spPr>
          <a:xfrm>
            <a:off x="1725930" y="1510030"/>
            <a:ext cx="8740775" cy="4947920"/>
          </a:xfrm>
          <a:prstGeom prst="rect">
            <a:avLst/>
          </a:prstGeom>
          <a:noFill/>
        </p:spPr>
        <p:txBody>
          <a:bodyPr wrap="square" lIns="90000" tIns="46800" rIns="90000" bIns="46800" rtlCol="0">
            <a:normAutofit fontScale="70000"/>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fontAlgn="auto">
              <a:lnSpc>
                <a:spcPct val="100000"/>
              </a:lnSpc>
              <a:spcBef>
                <a:spcPts val="500"/>
              </a:spcBef>
            </a:pPr>
            <a:r>
              <a:rPr lang="zh-CN" altLang="en-US" sz="3000" b="1" dirty="0">
                <a:solidFill>
                  <a:schemeClr val="tx1"/>
                </a:solidFill>
                <a:uFillTx/>
                <a:latin typeface="Arial" panose="020B0604020202020204" pitchFamily="34" charset="0"/>
                <a:ea typeface="微软雅黑" panose="020B0503020204020204" charset="-122"/>
              </a:rPr>
              <a:t>实际重量：货物过磅的实际重量。</a:t>
            </a:r>
            <a:endParaRPr lang="zh-CN" altLang="en-US" sz="3000" b="1" dirty="0">
              <a:solidFill>
                <a:schemeClr val="tx1"/>
              </a:solidFill>
              <a:uFillTx/>
              <a:latin typeface="Arial" panose="020B0604020202020204" pitchFamily="34" charset="0"/>
              <a:ea typeface="微软雅黑" panose="020B0503020204020204" charset="-122"/>
            </a:endParaRPr>
          </a:p>
          <a:p>
            <a:pPr fontAlgn="auto">
              <a:lnSpc>
                <a:spcPct val="100000"/>
              </a:lnSpc>
              <a:spcBef>
                <a:spcPts val="500"/>
              </a:spcBef>
            </a:pPr>
            <a:endParaRPr lang="zh-CN" altLang="en-US" sz="3000" b="1" dirty="0">
              <a:solidFill>
                <a:schemeClr val="tx1"/>
              </a:solidFill>
              <a:uFillTx/>
              <a:latin typeface="Arial" panose="020B0604020202020204" pitchFamily="34" charset="0"/>
              <a:ea typeface="微软雅黑" panose="020B0503020204020204" charset="-122"/>
            </a:endParaRPr>
          </a:p>
          <a:p>
            <a:pPr fontAlgn="auto">
              <a:lnSpc>
                <a:spcPct val="100000"/>
              </a:lnSpc>
              <a:spcBef>
                <a:spcPts val="500"/>
              </a:spcBef>
            </a:pPr>
            <a:r>
              <a:rPr lang="zh-CN" altLang="en-US" sz="3000" b="1" dirty="0">
                <a:solidFill>
                  <a:schemeClr val="tx1"/>
                </a:solidFill>
                <a:uFillTx/>
                <a:latin typeface="Arial" panose="020B0604020202020204" pitchFamily="34" charset="0"/>
                <a:ea typeface="微软雅黑" panose="020B0503020204020204" charset="-122"/>
              </a:rPr>
              <a:t>材积重量：货物包装尺寸</a:t>
            </a:r>
            <a:r>
              <a:rPr lang="en-US" altLang="zh-CN" sz="3000" b="1" dirty="0">
                <a:solidFill>
                  <a:schemeClr val="tx1"/>
                </a:solidFill>
                <a:uFillTx/>
                <a:latin typeface="Arial" panose="020B0604020202020204" pitchFamily="34" charset="0"/>
                <a:ea typeface="微软雅黑" panose="020B0503020204020204" charset="-122"/>
              </a:rPr>
              <a:t>  </a:t>
            </a:r>
            <a:r>
              <a:rPr lang="zh-CN" altLang="en-US" sz="3000" b="1" dirty="0">
                <a:solidFill>
                  <a:schemeClr val="tx1"/>
                </a:solidFill>
                <a:uFillTx/>
                <a:latin typeface="Arial" panose="020B0604020202020204" pitchFamily="34" charset="0"/>
                <a:ea typeface="微软雅黑" panose="020B0503020204020204" charset="-122"/>
              </a:rPr>
              <a:t>长</a:t>
            </a:r>
            <a:r>
              <a:rPr lang="en-US" altLang="zh-CN" sz="3000" b="1" dirty="0">
                <a:solidFill>
                  <a:schemeClr val="tx1"/>
                </a:solidFill>
                <a:uFillTx/>
                <a:latin typeface="Arial" panose="020B0604020202020204" pitchFamily="34" charset="0"/>
                <a:ea typeface="微软雅黑" panose="020B0503020204020204" charset="-122"/>
              </a:rPr>
              <a:t>*</a:t>
            </a:r>
            <a:r>
              <a:rPr lang="zh-CN" altLang="en-US" sz="3000" b="1" dirty="0">
                <a:solidFill>
                  <a:schemeClr val="tx1"/>
                </a:solidFill>
                <a:uFillTx/>
                <a:latin typeface="Arial" panose="020B0604020202020204" pitchFamily="34" charset="0"/>
                <a:ea typeface="微软雅黑" panose="020B0503020204020204" charset="-122"/>
              </a:rPr>
              <a:t>宽</a:t>
            </a:r>
            <a:r>
              <a:rPr lang="en-US" altLang="zh-CN" sz="3000" b="1" dirty="0">
                <a:solidFill>
                  <a:schemeClr val="tx1"/>
                </a:solidFill>
                <a:uFillTx/>
                <a:latin typeface="Arial" panose="020B0604020202020204" pitchFamily="34" charset="0"/>
                <a:ea typeface="微软雅黑" panose="020B0503020204020204" charset="-122"/>
              </a:rPr>
              <a:t>*</a:t>
            </a:r>
            <a:r>
              <a:rPr lang="zh-CN" altLang="en-US" sz="3000" b="1" dirty="0">
                <a:solidFill>
                  <a:schemeClr val="tx1"/>
                </a:solidFill>
                <a:uFillTx/>
                <a:latin typeface="Arial" panose="020B0604020202020204" pitchFamily="34" charset="0"/>
                <a:ea typeface="微软雅黑" panose="020B0503020204020204" charset="-122"/>
              </a:rPr>
              <a:t>高</a:t>
            </a:r>
            <a:r>
              <a:rPr lang="en-US" altLang="zh-CN" sz="3000" b="1" dirty="0">
                <a:solidFill>
                  <a:schemeClr val="tx1"/>
                </a:solidFill>
                <a:uFillTx/>
                <a:latin typeface="Arial" panose="020B0604020202020204" pitchFamily="34" charset="0"/>
                <a:ea typeface="微软雅黑" panose="020B0503020204020204" charset="-122"/>
              </a:rPr>
              <a:t>CM/5000  </a:t>
            </a:r>
            <a:endParaRPr lang="en-US" altLang="zh-CN" sz="3000" b="1" dirty="0">
              <a:solidFill>
                <a:schemeClr val="tx1"/>
              </a:solidFill>
              <a:uFillTx/>
              <a:latin typeface="Arial" panose="020B0604020202020204" pitchFamily="34" charset="0"/>
              <a:ea typeface="微软雅黑" panose="020B0503020204020204" charset="-122"/>
            </a:endParaRPr>
          </a:p>
          <a:p>
            <a:pPr fontAlgn="auto">
              <a:lnSpc>
                <a:spcPct val="100000"/>
              </a:lnSpc>
              <a:spcBef>
                <a:spcPts val="500"/>
              </a:spcBef>
            </a:pPr>
            <a:endParaRPr lang="en-US" altLang="zh-CN" sz="3000" b="1" dirty="0">
              <a:solidFill>
                <a:srgbClr val="FF0000"/>
              </a:solidFill>
              <a:uFillTx/>
              <a:latin typeface="Arial" panose="020B0604020202020204" pitchFamily="34" charset="0"/>
              <a:ea typeface="微软雅黑" panose="020B0503020204020204" charset="-122"/>
            </a:endParaRPr>
          </a:p>
          <a:p>
            <a:pPr fontAlgn="auto">
              <a:lnSpc>
                <a:spcPct val="100000"/>
              </a:lnSpc>
              <a:spcBef>
                <a:spcPts val="500"/>
              </a:spcBef>
            </a:pPr>
            <a:r>
              <a:rPr lang="zh-CN" altLang="en-US" sz="3000" b="1" dirty="0">
                <a:solidFill>
                  <a:srgbClr val="FF0000"/>
                </a:solidFill>
                <a:uFillTx/>
                <a:latin typeface="Arial" panose="020B0604020202020204" pitchFamily="34" charset="0"/>
                <a:ea typeface="微软雅黑" panose="020B0503020204020204" charset="-122"/>
                <a:sym typeface="+mn-ea"/>
              </a:rPr>
              <a:t>（注：部分快递渠道材积重量：长</a:t>
            </a:r>
            <a:r>
              <a:rPr lang="en-US" altLang="zh-CN" sz="3000" b="1" dirty="0">
                <a:solidFill>
                  <a:srgbClr val="FF0000"/>
                </a:solidFill>
                <a:uFillTx/>
                <a:latin typeface="Arial" panose="020B0604020202020204" pitchFamily="34" charset="0"/>
                <a:ea typeface="微软雅黑" panose="020B0503020204020204" charset="-122"/>
                <a:sym typeface="+mn-ea"/>
              </a:rPr>
              <a:t>*</a:t>
            </a:r>
            <a:r>
              <a:rPr lang="zh-CN" altLang="en-US" sz="3000" b="1" dirty="0">
                <a:solidFill>
                  <a:srgbClr val="FF0000"/>
                </a:solidFill>
                <a:uFillTx/>
                <a:latin typeface="Arial" panose="020B0604020202020204" pitchFamily="34" charset="0"/>
                <a:ea typeface="微软雅黑" panose="020B0503020204020204" charset="-122"/>
                <a:sym typeface="+mn-ea"/>
              </a:rPr>
              <a:t>宽</a:t>
            </a:r>
            <a:r>
              <a:rPr lang="en-US" altLang="zh-CN" sz="3000" b="1" dirty="0">
                <a:solidFill>
                  <a:srgbClr val="FF0000"/>
                </a:solidFill>
                <a:uFillTx/>
                <a:latin typeface="Arial" panose="020B0604020202020204" pitchFamily="34" charset="0"/>
                <a:ea typeface="微软雅黑" panose="020B0503020204020204" charset="-122"/>
                <a:sym typeface="+mn-ea"/>
              </a:rPr>
              <a:t>*</a:t>
            </a:r>
            <a:r>
              <a:rPr lang="zh-CN" altLang="en-US" sz="3000" b="1" dirty="0">
                <a:solidFill>
                  <a:srgbClr val="FF0000"/>
                </a:solidFill>
                <a:uFillTx/>
                <a:latin typeface="Arial" panose="020B0604020202020204" pitchFamily="34" charset="0"/>
                <a:ea typeface="微软雅黑" panose="020B0503020204020204" charset="-122"/>
                <a:sym typeface="+mn-ea"/>
              </a:rPr>
              <a:t>高</a:t>
            </a:r>
            <a:r>
              <a:rPr lang="en-US" altLang="zh-CN" sz="3000" b="1" dirty="0">
                <a:solidFill>
                  <a:srgbClr val="FF0000"/>
                </a:solidFill>
                <a:uFillTx/>
                <a:latin typeface="Arial" panose="020B0604020202020204" pitchFamily="34" charset="0"/>
                <a:ea typeface="微软雅黑" panose="020B0503020204020204" charset="-122"/>
                <a:sym typeface="+mn-ea"/>
              </a:rPr>
              <a:t>/6000</a:t>
            </a:r>
            <a:r>
              <a:rPr lang="zh-CN" altLang="en-US" sz="3000" b="1" dirty="0">
                <a:solidFill>
                  <a:srgbClr val="FF0000"/>
                </a:solidFill>
                <a:uFillTx/>
                <a:latin typeface="Arial" panose="020B0604020202020204" pitchFamily="34" charset="0"/>
                <a:ea typeface="微软雅黑" panose="020B0503020204020204" charset="-122"/>
                <a:sym typeface="+mn-ea"/>
              </a:rPr>
              <a:t>，如无特殊说明，材积都按</a:t>
            </a:r>
            <a:r>
              <a:rPr lang="en-US" altLang="zh-CN" sz="3000" b="1" dirty="0">
                <a:solidFill>
                  <a:srgbClr val="FF0000"/>
                </a:solidFill>
                <a:uFillTx/>
                <a:latin typeface="Arial" panose="020B0604020202020204" pitchFamily="34" charset="0"/>
                <a:ea typeface="微软雅黑" panose="020B0503020204020204" charset="-122"/>
                <a:sym typeface="+mn-ea"/>
              </a:rPr>
              <a:t>5000</a:t>
            </a:r>
            <a:r>
              <a:rPr lang="zh-CN" altLang="en-US" sz="3000" b="1" dirty="0">
                <a:solidFill>
                  <a:srgbClr val="FF0000"/>
                </a:solidFill>
                <a:uFillTx/>
                <a:latin typeface="Arial" panose="020B0604020202020204" pitchFamily="34" charset="0"/>
                <a:ea typeface="微软雅黑" panose="020B0503020204020204" charset="-122"/>
                <a:sym typeface="+mn-ea"/>
              </a:rPr>
              <a:t>计算</a:t>
            </a:r>
            <a:r>
              <a:rPr lang="en-US" altLang="zh-CN" sz="3000" b="1" dirty="0">
                <a:solidFill>
                  <a:srgbClr val="FF0000"/>
                </a:solidFill>
                <a:uFillTx/>
                <a:latin typeface="Arial" panose="020B0604020202020204" pitchFamily="34" charset="0"/>
                <a:ea typeface="微软雅黑" panose="020B0503020204020204" charset="-122"/>
                <a:sym typeface="+mn-ea"/>
              </a:rPr>
              <a:t>)</a:t>
            </a:r>
            <a:endParaRPr lang="en-US" altLang="zh-CN" sz="3000" b="1" dirty="0">
              <a:solidFill>
                <a:srgbClr val="FF0000"/>
              </a:solidFill>
              <a:uFillTx/>
              <a:latin typeface="Arial" panose="020B0604020202020204" pitchFamily="34" charset="0"/>
              <a:ea typeface="微软雅黑" panose="020B0503020204020204" charset="-122"/>
              <a:sym typeface="+mn-ea"/>
            </a:endParaRPr>
          </a:p>
          <a:p>
            <a:pPr fontAlgn="auto">
              <a:lnSpc>
                <a:spcPct val="100000"/>
              </a:lnSpc>
              <a:spcBef>
                <a:spcPts val="500"/>
              </a:spcBef>
            </a:pPr>
            <a:endParaRPr lang="zh-CN" altLang="en-US" sz="3000" b="1" dirty="0">
              <a:solidFill>
                <a:srgbClr val="FF0000"/>
              </a:solidFill>
              <a:uFillTx/>
              <a:latin typeface="Arial" panose="020B0604020202020204" pitchFamily="34" charset="0"/>
              <a:ea typeface="微软雅黑" panose="020B0503020204020204" charset="-122"/>
            </a:endParaRPr>
          </a:p>
          <a:p>
            <a:pPr fontAlgn="auto">
              <a:lnSpc>
                <a:spcPct val="100000"/>
              </a:lnSpc>
              <a:spcBef>
                <a:spcPts val="500"/>
              </a:spcBef>
            </a:pPr>
            <a:r>
              <a:rPr lang="zh-CN" altLang="en-US" sz="3000" b="1" dirty="0">
                <a:solidFill>
                  <a:srgbClr val="FF0000"/>
                </a:solidFill>
                <a:uFillTx/>
                <a:latin typeface="Arial" panose="020B0604020202020204" pitchFamily="34" charset="0"/>
                <a:ea typeface="微软雅黑" panose="020B0503020204020204" charset="-122"/>
              </a:rPr>
              <a:t>结算重量：实际重量</a:t>
            </a:r>
            <a:r>
              <a:rPr lang="en-US" altLang="zh-CN" sz="3000" b="1" dirty="0">
                <a:solidFill>
                  <a:srgbClr val="FF0000"/>
                </a:solidFill>
                <a:uFillTx/>
                <a:latin typeface="Arial" panose="020B0604020202020204" pitchFamily="34" charset="0"/>
                <a:ea typeface="微软雅黑" panose="020B0503020204020204" charset="-122"/>
              </a:rPr>
              <a:t>  </a:t>
            </a:r>
            <a:r>
              <a:rPr lang="zh-CN" altLang="en-US" sz="3000" b="1" dirty="0">
                <a:solidFill>
                  <a:srgbClr val="FF0000"/>
                </a:solidFill>
                <a:uFillTx/>
                <a:latin typeface="Arial" panose="020B0604020202020204" pitchFamily="34" charset="0"/>
                <a:ea typeface="微软雅黑" panose="020B0503020204020204" charset="-122"/>
              </a:rPr>
              <a:t>材积重量</a:t>
            </a:r>
            <a:r>
              <a:rPr lang="en-US" altLang="zh-CN" sz="3000" b="1" dirty="0">
                <a:solidFill>
                  <a:srgbClr val="FF0000"/>
                </a:solidFill>
                <a:uFillTx/>
                <a:latin typeface="Arial" panose="020B0604020202020204" pitchFamily="34" charset="0"/>
                <a:ea typeface="微软雅黑" panose="020B0503020204020204" charset="-122"/>
              </a:rPr>
              <a:t>  </a:t>
            </a:r>
            <a:r>
              <a:rPr lang="zh-CN" altLang="en-US" sz="3000" b="1" dirty="0">
                <a:solidFill>
                  <a:srgbClr val="FF0000"/>
                </a:solidFill>
                <a:uFillTx/>
                <a:latin typeface="Arial" panose="020B0604020202020204" pitchFamily="34" charset="0"/>
                <a:ea typeface="微软雅黑" panose="020B0503020204020204" charset="-122"/>
              </a:rPr>
              <a:t>两者之间的较大值，作为结算重量。</a:t>
            </a:r>
            <a:endParaRPr lang="zh-CN" altLang="en-US" sz="3000" b="1" dirty="0">
              <a:solidFill>
                <a:srgbClr val="FF0000"/>
              </a:solidFill>
              <a:uFillTx/>
              <a:latin typeface="Arial" panose="020B0604020202020204" pitchFamily="34" charset="0"/>
              <a:ea typeface="微软雅黑" panose="020B0503020204020204" charset="-122"/>
            </a:endParaRPr>
          </a:p>
          <a:p>
            <a:pPr algn="l" fontAlgn="auto">
              <a:lnSpc>
                <a:spcPct val="100000"/>
              </a:lnSpc>
              <a:spcBef>
                <a:spcPts val="500"/>
              </a:spcBef>
            </a:pPr>
            <a:endParaRPr lang="zh-CN" altLang="en-US" sz="3000" b="1" dirty="0">
              <a:solidFill>
                <a:srgbClr val="FF0000"/>
              </a:solidFill>
              <a:uFillTx/>
              <a:latin typeface="Arial" panose="020B0604020202020204" pitchFamily="34" charset="0"/>
              <a:ea typeface="微软雅黑" panose="020B0503020204020204" charset="-122"/>
              <a:sym typeface="+mn-ea"/>
            </a:endParaRPr>
          </a:p>
          <a:p>
            <a:pPr algn="l" fontAlgn="auto">
              <a:lnSpc>
                <a:spcPct val="100000"/>
              </a:lnSpc>
              <a:spcBef>
                <a:spcPts val="500"/>
              </a:spcBef>
            </a:pPr>
            <a:r>
              <a:rPr lang="zh-CN" altLang="en-US" sz="3000" b="1" dirty="0">
                <a:solidFill>
                  <a:schemeClr val="tx1"/>
                </a:solidFill>
                <a:uFillTx/>
                <a:latin typeface="Arial" panose="020B0604020202020204" pitchFamily="34" charset="0"/>
                <a:ea typeface="微软雅黑" panose="020B0503020204020204" charset="-122"/>
                <a:sym typeface="+mn-ea"/>
              </a:rPr>
              <a:t>UPS特殊计费规则：15kg 按15公斤计费；15.2kg按15.5公斤计费；15.56kg按16公斤计费。</a:t>
            </a:r>
            <a:endParaRPr lang="zh-CN" altLang="en-US" sz="3000" b="1" dirty="0">
              <a:solidFill>
                <a:schemeClr val="tx1"/>
              </a:solidFill>
              <a:uFillTx/>
              <a:latin typeface="Arial" panose="020B0604020202020204" pitchFamily="34" charset="0"/>
              <a:ea typeface="微软雅黑" panose="020B0503020204020204" charset="-122"/>
              <a:sym typeface="+mn-ea"/>
            </a:endParaRPr>
          </a:p>
          <a:p>
            <a:pPr algn="l" fontAlgn="auto">
              <a:lnSpc>
                <a:spcPct val="100000"/>
              </a:lnSpc>
              <a:spcBef>
                <a:spcPts val="500"/>
              </a:spcBef>
            </a:pPr>
            <a:r>
              <a:rPr lang="zh-CN" altLang="en-US" sz="3000" b="1" dirty="0">
                <a:solidFill>
                  <a:srgbClr val="FF0000"/>
                </a:solidFill>
                <a:uFillTx/>
                <a:latin typeface="Arial" panose="020B0604020202020204" pitchFamily="34" charset="0"/>
                <a:ea typeface="微软雅黑" panose="020B0503020204020204" charset="-122"/>
                <a:sym typeface="+mn-ea"/>
              </a:rPr>
              <a:t>注：不足</a:t>
            </a:r>
            <a:r>
              <a:rPr lang="en-US" altLang="zh-CN" sz="3000" b="1" dirty="0">
                <a:solidFill>
                  <a:srgbClr val="FF0000"/>
                </a:solidFill>
                <a:uFillTx/>
                <a:latin typeface="Arial" panose="020B0604020202020204" pitchFamily="34" charset="0"/>
                <a:ea typeface="微软雅黑" panose="020B0503020204020204" charset="-122"/>
                <a:sym typeface="+mn-ea"/>
              </a:rPr>
              <a:t>0.5KG</a:t>
            </a:r>
            <a:r>
              <a:rPr lang="zh-CN" altLang="en-US" sz="3000" b="1" dirty="0">
                <a:solidFill>
                  <a:srgbClr val="FF0000"/>
                </a:solidFill>
                <a:uFillTx/>
                <a:latin typeface="Arial" panose="020B0604020202020204" pitchFamily="34" charset="0"/>
                <a:ea typeface="微软雅黑" panose="020B0503020204020204" charset="-122"/>
                <a:sym typeface="+mn-ea"/>
              </a:rPr>
              <a:t>的按照</a:t>
            </a:r>
            <a:r>
              <a:rPr lang="en-US" altLang="zh-CN" sz="3000" b="1" dirty="0">
                <a:solidFill>
                  <a:srgbClr val="FF0000"/>
                </a:solidFill>
                <a:uFillTx/>
                <a:latin typeface="Arial" panose="020B0604020202020204" pitchFamily="34" charset="0"/>
                <a:ea typeface="微软雅黑" panose="020B0503020204020204" charset="-122"/>
                <a:sym typeface="+mn-ea"/>
              </a:rPr>
              <a:t>0.5KG</a:t>
            </a:r>
            <a:r>
              <a:rPr lang="zh-CN" altLang="en-US" sz="3000" b="1" dirty="0">
                <a:solidFill>
                  <a:srgbClr val="FF0000"/>
                </a:solidFill>
                <a:uFillTx/>
                <a:latin typeface="Arial" panose="020B0604020202020204" pitchFamily="34" charset="0"/>
                <a:ea typeface="微软雅黑" panose="020B0503020204020204" charset="-122"/>
                <a:sym typeface="+mn-ea"/>
              </a:rPr>
              <a:t>计算；超出</a:t>
            </a:r>
            <a:r>
              <a:rPr lang="en-US" altLang="zh-CN" sz="3000" b="1" dirty="0">
                <a:solidFill>
                  <a:srgbClr val="FF0000"/>
                </a:solidFill>
                <a:uFillTx/>
                <a:latin typeface="Arial" panose="020B0604020202020204" pitchFamily="34" charset="0"/>
                <a:ea typeface="微软雅黑" panose="020B0503020204020204" charset="-122"/>
                <a:sym typeface="+mn-ea"/>
              </a:rPr>
              <a:t>0.5KG</a:t>
            </a:r>
            <a:r>
              <a:rPr lang="zh-CN" altLang="en-US" sz="3000" b="1" dirty="0">
                <a:solidFill>
                  <a:srgbClr val="FF0000"/>
                </a:solidFill>
                <a:uFillTx/>
                <a:latin typeface="Arial" panose="020B0604020202020204" pitchFamily="34" charset="0"/>
                <a:ea typeface="微软雅黑" panose="020B0503020204020204" charset="-122"/>
                <a:sym typeface="+mn-ea"/>
              </a:rPr>
              <a:t>不足</a:t>
            </a:r>
            <a:r>
              <a:rPr lang="en-US" altLang="zh-CN" sz="3000" b="1" dirty="0">
                <a:solidFill>
                  <a:srgbClr val="FF0000"/>
                </a:solidFill>
                <a:uFillTx/>
                <a:latin typeface="Arial" panose="020B0604020202020204" pitchFamily="34" charset="0"/>
                <a:ea typeface="微软雅黑" panose="020B0503020204020204" charset="-122"/>
                <a:sym typeface="+mn-ea"/>
              </a:rPr>
              <a:t>1KG</a:t>
            </a:r>
            <a:r>
              <a:rPr lang="zh-CN" altLang="en-US" sz="3000" b="1" dirty="0">
                <a:solidFill>
                  <a:srgbClr val="FF0000"/>
                </a:solidFill>
                <a:uFillTx/>
                <a:latin typeface="Arial" panose="020B0604020202020204" pitchFamily="34" charset="0"/>
                <a:ea typeface="微软雅黑" panose="020B0503020204020204" charset="-122"/>
                <a:sym typeface="+mn-ea"/>
              </a:rPr>
              <a:t>的按照</a:t>
            </a:r>
            <a:r>
              <a:rPr lang="en-US" altLang="zh-CN" sz="3000" b="1" dirty="0">
                <a:solidFill>
                  <a:srgbClr val="FF0000"/>
                </a:solidFill>
                <a:uFillTx/>
                <a:latin typeface="Arial" panose="020B0604020202020204" pitchFamily="34" charset="0"/>
                <a:ea typeface="微软雅黑" panose="020B0503020204020204" charset="-122"/>
                <a:sym typeface="+mn-ea"/>
              </a:rPr>
              <a:t>1KG</a:t>
            </a:r>
            <a:r>
              <a:rPr lang="zh-CN" altLang="en-US" sz="3000" b="1" dirty="0">
                <a:solidFill>
                  <a:srgbClr val="FF0000"/>
                </a:solidFill>
                <a:uFillTx/>
                <a:latin typeface="Arial" panose="020B0604020202020204" pitchFamily="34" charset="0"/>
                <a:ea typeface="微软雅黑" panose="020B0503020204020204" charset="-122"/>
                <a:sym typeface="+mn-ea"/>
              </a:rPr>
              <a:t>计算</a:t>
            </a:r>
            <a:endParaRPr lang="zh-CN" altLang="en-US" sz="3000" b="1" dirty="0">
              <a:solidFill>
                <a:srgbClr val="FF0000"/>
              </a:solidFill>
              <a:uFillTx/>
              <a:latin typeface="Arial" panose="020B0604020202020204" pitchFamily="34" charset="0"/>
              <a:ea typeface="微软雅黑" panose="020B0503020204020204" charset="-122"/>
              <a:sym typeface="+mn-ea"/>
            </a:endParaRPr>
          </a:p>
          <a:p>
            <a:pPr algn="l" fontAlgn="auto">
              <a:lnSpc>
                <a:spcPct val="100000"/>
              </a:lnSpc>
              <a:spcBef>
                <a:spcPts val="500"/>
              </a:spcBef>
              <a:buClrTx/>
              <a:buSzTx/>
              <a:buFontTx/>
            </a:pPr>
            <a:endParaRPr lang="zh-CN" altLang="en-US" sz="3000" b="1" dirty="0">
              <a:solidFill>
                <a:srgbClr val="FF0000"/>
              </a:solidFill>
              <a:uFillTx/>
              <a:latin typeface="Arial" panose="020B0604020202020204" pitchFamily="34" charset="0"/>
              <a:ea typeface="微软雅黑" panose="020B0503020204020204" charset="-122"/>
            </a:endParaRPr>
          </a:p>
          <a:p>
            <a:pPr fontAlgn="auto">
              <a:lnSpc>
                <a:spcPct val="100000"/>
              </a:lnSpc>
            </a:pPr>
            <a:endParaRPr lang="zh-CN" altLang="en-US" b="1" dirty="0">
              <a:solidFill>
                <a:srgbClr val="FF0000"/>
              </a:solidFill>
              <a:latin typeface="Arial" panose="020B0604020202020204" pitchFamily="34" charset="0"/>
              <a:ea typeface="微软雅黑" panose="020B0503020204020204" charset="-122"/>
            </a:endParaRPr>
          </a:p>
          <a:p>
            <a:pPr fontAlgn="auto">
              <a:lnSpc>
                <a:spcPct val="100000"/>
              </a:lnSpc>
            </a:pPr>
            <a:endParaRPr lang="zh-CN" altLang="en-US" b="1" dirty="0">
              <a:solidFill>
                <a:srgbClr val="FF0000"/>
              </a:solidFill>
              <a:latin typeface="Arial" panose="020B0604020202020204" pitchFamily="34" charset="0"/>
              <a:ea typeface="微软雅黑" panose="020B0503020204020204" charset="-122"/>
            </a:endParaRPr>
          </a:p>
        </p:txBody>
      </p:sp>
      <p:cxnSp>
        <p:nvCxnSpPr>
          <p:cNvPr id="6" name="直接连接符 5"/>
          <p:cNvCxnSpPr/>
          <p:nvPr>
            <p:custDataLst>
              <p:tags r:id="rId4"/>
            </p:custDataLst>
          </p:nvPr>
        </p:nvCxnSpPr>
        <p:spPr>
          <a:xfrm flipH="1">
            <a:off x="1475105" y="1958975"/>
            <a:ext cx="19685" cy="4382770"/>
          </a:xfrm>
          <a:prstGeom prst="line">
            <a:avLst/>
          </a:prstGeom>
          <a:ln w="19050">
            <a:solidFill>
              <a:schemeClr val="accent1">
                <a:alpha val="29000"/>
              </a:schemeClr>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custDataLst>
              <p:tags r:id="rId5"/>
            </p:custDataLst>
          </p:nvPr>
        </p:nvSpPr>
        <p:spPr>
          <a:xfrm>
            <a:off x="900128" y="584300"/>
            <a:ext cx="10429952" cy="798451"/>
          </a:xfrm>
          <a:prstGeom prst="rect">
            <a:avLst/>
          </a:prstGeom>
        </p:spPr>
        <p:txBody>
          <a:bodyPr wrap="square">
            <a:normAutofit/>
          </a:bodyPr>
          <a:lstStyle>
            <a:defPPr>
              <a:defRPr lang="zh-CN"/>
            </a:defPPr>
            <a:lvl1pPr>
              <a:lnSpc>
                <a:spcPct val="130000"/>
              </a:lnSpc>
              <a:defRPr sz="2400" b="1">
                <a:latin typeface="+mj-lt"/>
                <a:ea typeface="+mj-ea"/>
                <a:cs typeface="+mj-cs"/>
              </a:defRPr>
            </a:lvl1pPr>
          </a:lstStyle>
          <a:p>
            <a:pPr>
              <a:lnSpc>
                <a:spcPct val="120000"/>
              </a:lnSpc>
            </a:pPr>
            <a:r>
              <a:rPr lang="zh-CN" altLang="en-US" sz="2800" dirty="0">
                <a:solidFill>
                  <a:schemeClr val="tx1"/>
                </a:solidFill>
                <a:latin typeface="Arial" panose="020B0604020202020204" pitchFamily="34" charset="0"/>
                <a:ea typeface="微软雅黑" panose="020B0503020204020204" charset="-122"/>
              </a:rPr>
              <a:t>快递结算重量的计算方法</a:t>
            </a:r>
            <a:endParaRPr lang="zh-CN" altLang="en-US" sz="2800" dirty="0">
              <a:solidFill>
                <a:schemeClr val="tx1"/>
              </a:solidFill>
              <a:latin typeface="Arial" panose="020B0604020202020204" pitchFamily="34" charset="0"/>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标题 1"/>
          <p:cNvSpPr>
            <a:spLocks noGrp="1"/>
          </p:cNvSpPr>
          <p:nvPr/>
        </p:nvSpPr>
        <p:spPr>
          <a:xfrm>
            <a:off x="669882" y="725809"/>
            <a:ext cx="10852237" cy="441964"/>
          </a:xfrm>
          <a:prstGeom prst="rect">
            <a:avLst/>
          </a:prstGeom>
        </p:spPr>
        <p:txBody>
          <a:bodyPr vert="horz" lIns="90000" tIns="46800" rIns="90000" bIns="46800" rtlCol="0" anchor="t" anchorCtr="0">
            <a:normAutofit fontScale="90000" lnSpcReduction="20000"/>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bg1"/>
                </a:solidFill>
                <a:uFillTx/>
                <a:latin typeface="Arial" panose="020B0604020202020204" pitchFamily="34" charset="0"/>
                <a:ea typeface="微软雅黑" panose="020B0503020204020204" charset="-122"/>
                <a:cs typeface="+mj-cs"/>
                <a:sym typeface="+mn-ea"/>
              </a:defRPr>
            </a:lvl1pPr>
          </a:lstStyle>
          <a:p>
            <a:r>
              <a:rPr lang="zh-CN" altLang="en-US">
                <a:solidFill>
                  <a:srgbClr val="FF0000"/>
                </a:solidFill>
              </a:rPr>
              <a:t>如何看报价表</a:t>
            </a:r>
            <a:endParaRPr lang="zh-CN" altLang="en-US">
              <a:solidFill>
                <a:srgbClr val="FF0000"/>
              </a:solidFill>
            </a:endParaRPr>
          </a:p>
        </p:txBody>
      </p:sp>
      <p:pic>
        <p:nvPicPr>
          <p:cNvPr id="7" name="图片 6"/>
          <p:cNvPicPr>
            <a:picLocks noChangeAspect="1"/>
          </p:cNvPicPr>
          <p:nvPr/>
        </p:nvPicPr>
        <p:blipFill>
          <a:blip r:embed="rId3"/>
          <a:stretch>
            <a:fillRect/>
          </a:stretch>
        </p:blipFill>
        <p:spPr>
          <a:xfrm>
            <a:off x="1558925" y="1316990"/>
            <a:ext cx="7867650" cy="49149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标题 1"/>
          <p:cNvSpPr>
            <a:spLocks noGrp="1"/>
          </p:cNvSpPr>
          <p:nvPr/>
        </p:nvSpPr>
        <p:spPr>
          <a:xfrm>
            <a:off x="598762" y="807724"/>
            <a:ext cx="10852237" cy="441964"/>
          </a:xfrm>
          <a:prstGeom prst="rect">
            <a:avLst/>
          </a:prstGeom>
        </p:spPr>
        <p:txBody>
          <a:bodyPr vert="horz" lIns="90000" tIns="46800" rIns="90000" bIns="46800" rtlCol="0" anchor="t" anchorCtr="0">
            <a:normAutofit fontScale="90000" lnSpcReduction="20000"/>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bg1"/>
                </a:solidFill>
                <a:uFillTx/>
                <a:latin typeface="Arial" panose="020B0604020202020204" pitchFamily="34" charset="0"/>
                <a:ea typeface="微软雅黑" panose="020B0503020204020204" charset="-122"/>
                <a:cs typeface="+mj-cs"/>
                <a:sym typeface="+mn-ea"/>
              </a:defRPr>
            </a:lvl1pPr>
          </a:lstStyle>
          <a:p>
            <a:r>
              <a:rPr lang="zh-CN" altLang="en-US">
                <a:solidFill>
                  <a:srgbClr val="FF0000"/>
                </a:solidFill>
              </a:rPr>
              <a:t>报价的注意事项</a:t>
            </a:r>
            <a:endParaRPr lang="zh-CN" altLang="en-US">
              <a:solidFill>
                <a:srgbClr val="FF0000"/>
              </a:solidFill>
            </a:endParaRPr>
          </a:p>
        </p:txBody>
      </p:sp>
      <p:pic>
        <p:nvPicPr>
          <p:cNvPr id="5" name="图片 4"/>
          <p:cNvPicPr>
            <a:picLocks noChangeAspect="1"/>
          </p:cNvPicPr>
          <p:nvPr/>
        </p:nvPicPr>
        <p:blipFill>
          <a:blip r:embed="rId3"/>
          <a:stretch>
            <a:fillRect/>
          </a:stretch>
        </p:blipFill>
        <p:spPr>
          <a:xfrm>
            <a:off x="1191895" y="1249680"/>
            <a:ext cx="10045065" cy="50285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标题 1"/>
          <p:cNvSpPr>
            <a:spLocks noGrp="1"/>
          </p:cNvSpPr>
          <p:nvPr/>
        </p:nvSpPr>
        <p:spPr>
          <a:xfrm>
            <a:off x="598762" y="807724"/>
            <a:ext cx="10852237" cy="441964"/>
          </a:xfrm>
          <a:prstGeom prst="rect">
            <a:avLst/>
          </a:prstGeom>
        </p:spPr>
        <p:txBody>
          <a:bodyPr vert="horz" lIns="90000" tIns="46800" rIns="90000" bIns="46800" rtlCol="0" anchor="t" anchorCtr="0">
            <a:normAutofit fontScale="90000" lnSpcReduction="20000"/>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bg1"/>
                </a:solidFill>
                <a:uFillTx/>
                <a:latin typeface="Arial" panose="020B0604020202020204" pitchFamily="34" charset="0"/>
                <a:ea typeface="微软雅黑" panose="020B0503020204020204" charset="-122"/>
                <a:cs typeface="+mj-cs"/>
                <a:sym typeface="+mn-ea"/>
              </a:defRPr>
            </a:lvl1pPr>
          </a:lstStyle>
          <a:p>
            <a:r>
              <a:rPr lang="zh-CN" altLang="en-US">
                <a:solidFill>
                  <a:srgbClr val="FF0000"/>
                </a:solidFill>
              </a:rPr>
              <a:t>报价的注意事项</a:t>
            </a:r>
            <a:endParaRPr lang="zh-CN" altLang="en-US">
              <a:solidFill>
                <a:srgbClr val="FF0000"/>
              </a:solidFill>
            </a:endParaRPr>
          </a:p>
        </p:txBody>
      </p:sp>
      <p:pic>
        <p:nvPicPr>
          <p:cNvPr id="5" name="图片 4"/>
          <p:cNvPicPr>
            <a:picLocks noChangeAspect="1"/>
          </p:cNvPicPr>
          <p:nvPr/>
        </p:nvPicPr>
        <p:blipFill>
          <a:blip r:embed="rId3"/>
          <a:stretch>
            <a:fillRect/>
          </a:stretch>
        </p:blipFill>
        <p:spPr>
          <a:xfrm>
            <a:off x="1191895" y="1249680"/>
            <a:ext cx="10045065" cy="50285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标题 1"/>
          <p:cNvSpPr>
            <a:spLocks noGrp="1"/>
          </p:cNvSpPr>
          <p:nvPr/>
        </p:nvSpPr>
        <p:spPr>
          <a:xfrm>
            <a:off x="598762" y="807724"/>
            <a:ext cx="10852237" cy="441964"/>
          </a:xfrm>
          <a:prstGeom prst="rect">
            <a:avLst/>
          </a:prstGeom>
        </p:spPr>
        <p:txBody>
          <a:bodyPr vert="horz" lIns="90000" tIns="46800" rIns="90000" bIns="46800" rtlCol="0" anchor="t" anchorCtr="0">
            <a:normAutofit fontScale="90000" lnSpcReduction="20000"/>
          </a:bodyPr>
          <a:lstStyle>
            <a:lvl1pPr marL="0" marR="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bg1"/>
                </a:solidFill>
                <a:uFillTx/>
                <a:latin typeface="Arial" panose="020B0604020202020204" pitchFamily="34" charset="0"/>
                <a:ea typeface="微软雅黑" panose="020B0503020204020204" charset="-122"/>
                <a:cs typeface="+mj-cs"/>
                <a:sym typeface="+mn-ea"/>
              </a:defRPr>
            </a:lvl1pPr>
          </a:lstStyle>
          <a:p>
            <a:r>
              <a:rPr>
                <a:solidFill>
                  <a:srgbClr val="FF0000"/>
                </a:solidFill>
              </a:rPr>
              <a:t>如何使用快递报价</a:t>
            </a:r>
            <a:endParaRPr>
              <a:solidFill>
                <a:srgbClr val="FF0000"/>
              </a:solidFill>
            </a:endParaRPr>
          </a:p>
        </p:txBody>
      </p:sp>
      <p:sp>
        <p:nvSpPr>
          <p:cNvPr id="6" name="文本框 5"/>
          <p:cNvSpPr txBox="1"/>
          <p:nvPr/>
        </p:nvSpPr>
        <p:spPr>
          <a:xfrm>
            <a:off x="837565" y="1530350"/>
            <a:ext cx="10266045" cy="387858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2400">
                <a:solidFill>
                  <a:srgbClr val="FF0000"/>
                </a:solidFill>
                <a:latin typeface="微软雅黑" panose="020B0503020204020204" charset="-122"/>
                <a:ea typeface="微软雅黑" panose="020B0503020204020204" charset="-122"/>
                <a:cs typeface="微软雅黑" panose="020B0503020204020204" charset="-122"/>
              </a:rPr>
              <a:t>快递直发包税</a:t>
            </a:r>
            <a:r>
              <a:rPr lang="en-US" altLang="zh-CN" sz="2400">
                <a:solidFill>
                  <a:srgbClr val="FF0000"/>
                </a:solidFill>
                <a:latin typeface="微软雅黑" panose="020B0503020204020204" charset="-122"/>
                <a:ea typeface="微软雅黑" panose="020B0503020204020204" charset="-122"/>
                <a:cs typeface="微软雅黑" panose="020B0503020204020204" charset="-122"/>
              </a:rPr>
              <a:t>/5000-/6000</a:t>
            </a:r>
            <a:br>
              <a:rPr lang="en-US" altLang="zh-CN" sz="2400">
                <a:latin typeface="微软雅黑" panose="020B0503020204020204" charset="-122"/>
                <a:ea typeface="微软雅黑" panose="020B0503020204020204" charset="-122"/>
                <a:cs typeface="微软雅黑" panose="020B0503020204020204" charset="-122"/>
              </a:rPr>
            </a:br>
            <a:br>
              <a:rPr lang="en-US" altLang="zh-CN" sz="2400">
                <a:latin typeface="微软雅黑" panose="020B0503020204020204" charset="-122"/>
                <a:ea typeface="微软雅黑" panose="020B0503020204020204" charset="-122"/>
                <a:cs typeface="微软雅黑" panose="020B0503020204020204" charset="-122"/>
              </a:rPr>
            </a:br>
            <a:r>
              <a:rPr lang="en-US" altLang="zh-CN" sz="2400">
                <a:latin typeface="微软雅黑" panose="020B0503020204020204" charset="-122"/>
                <a:ea typeface="微软雅黑" panose="020B0503020204020204" charset="-122"/>
                <a:cs typeface="微软雅黑" panose="020B0503020204020204" charset="-122"/>
              </a:rPr>
              <a:t>L*W*L/5000</a:t>
            </a:r>
            <a:r>
              <a:rPr lang="zh-CN" altLang="en-US" sz="2400">
                <a:latin typeface="微软雅黑" panose="020B0503020204020204" charset="-122"/>
                <a:ea typeface="微软雅黑" panose="020B0503020204020204" charset="-122"/>
                <a:cs typeface="微软雅黑" panose="020B0503020204020204" charset="-122"/>
              </a:rPr>
              <a:t>或者</a:t>
            </a:r>
            <a:r>
              <a:rPr lang="en-US" altLang="zh-CN" sz="2400">
                <a:latin typeface="微软雅黑" panose="020B0503020204020204" charset="-122"/>
                <a:ea typeface="微软雅黑" panose="020B0503020204020204" charset="-122"/>
                <a:cs typeface="微软雅黑" panose="020B0503020204020204" charset="-122"/>
              </a:rPr>
              <a:t>/6000</a:t>
            </a:r>
            <a:r>
              <a:rPr lang="zh-CN" altLang="en-US" sz="2400">
                <a:latin typeface="微软雅黑" panose="020B0503020204020204" charset="-122"/>
                <a:ea typeface="微软雅黑" panose="020B0503020204020204" charset="-122"/>
                <a:cs typeface="微软雅黑" panose="020B0503020204020204" charset="-122"/>
              </a:rPr>
              <a:t>和实际重量相比，哪个重取哪个，再对应报价表，注意直发包税有</a:t>
            </a:r>
            <a:r>
              <a:rPr lang="en-US" altLang="zh-CN" sz="2400">
                <a:latin typeface="微软雅黑" panose="020B0503020204020204" charset="-122"/>
                <a:ea typeface="微软雅黑" panose="020B0503020204020204" charset="-122"/>
                <a:cs typeface="微软雅黑" panose="020B0503020204020204" charset="-122"/>
              </a:rPr>
              <a:t>150RMB/</a:t>
            </a:r>
            <a:r>
              <a:rPr lang="zh-CN" altLang="en-US" sz="2400">
                <a:latin typeface="微软雅黑" panose="020B0503020204020204" charset="-122"/>
                <a:ea typeface="微软雅黑" panose="020B0503020204020204" charset="-122"/>
                <a:cs typeface="微软雅黑" panose="020B0503020204020204" charset="-122"/>
              </a:rPr>
              <a:t>票的操作费用</a:t>
            </a:r>
            <a:r>
              <a:rPr lang="en-US" altLang="zh-CN" sz="2400">
                <a:latin typeface="微软雅黑" panose="020B0503020204020204" charset="-122"/>
                <a:ea typeface="微软雅黑" panose="020B0503020204020204" charset="-122"/>
                <a:cs typeface="微软雅黑" panose="020B0503020204020204" charset="-122"/>
              </a:rPr>
              <a:t>   </a:t>
            </a:r>
            <a:r>
              <a:rPr lang="zh-CN" altLang="en-US" sz="2400">
                <a:latin typeface="微软雅黑" panose="020B0503020204020204" charset="-122"/>
                <a:ea typeface="微软雅黑" panose="020B0503020204020204" charset="-122"/>
                <a:cs typeface="微软雅黑" panose="020B0503020204020204" charset="-122"/>
              </a:rPr>
              <a:t>时效通常是</a:t>
            </a:r>
            <a:r>
              <a:rPr lang="en-US" altLang="zh-CN" sz="2400">
                <a:latin typeface="微软雅黑" panose="020B0503020204020204" charset="-122"/>
                <a:ea typeface="微软雅黑" panose="020B0503020204020204" charset="-122"/>
                <a:cs typeface="微软雅黑" panose="020B0503020204020204" charset="-122"/>
              </a:rPr>
              <a:t>4-6</a:t>
            </a:r>
            <a:r>
              <a:rPr lang="zh-CN" altLang="en-US" sz="2400">
                <a:latin typeface="微软雅黑" panose="020B0503020204020204" charset="-122"/>
                <a:ea typeface="微软雅黑" panose="020B0503020204020204" charset="-122"/>
                <a:cs typeface="微软雅黑" panose="020B0503020204020204" charset="-122"/>
              </a:rPr>
              <a:t>工作日提取</a:t>
            </a:r>
            <a:br>
              <a:rPr lang="zh-CN" altLang="en-US" sz="2400">
                <a:latin typeface="微软雅黑" panose="020B0503020204020204" charset="-122"/>
                <a:ea typeface="微软雅黑" panose="020B0503020204020204" charset="-122"/>
                <a:cs typeface="微软雅黑" panose="020B0503020204020204" charset="-122"/>
              </a:rPr>
            </a:br>
            <a:br>
              <a:rPr lang="zh-CN" altLang="en-US" sz="2400">
                <a:latin typeface="微软雅黑" panose="020B0503020204020204" charset="-122"/>
                <a:ea typeface="微软雅黑" panose="020B0503020204020204" charset="-122"/>
                <a:cs typeface="微软雅黑" panose="020B0503020204020204" charset="-122"/>
              </a:rPr>
            </a:br>
            <a:r>
              <a:rPr lang="zh-CN" altLang="en-US" sz="2400">
                <a:solidFill>
                  <a:srgbClr val="FF0000"/>
                </a:solidFill>
                <a:latin typeface="微软雅黑" panose="020B0503020204020204" charset="-122"/>
                <a:ea typeface="微软雅黑" panose="020B0503020204020204" charset="-122"/>
                <a:cs typeface="微软雅黑" panose="020B0503020204020204" charset="-122"/>
              </a:rPr>
              <a:t>快递不包税</a:t>
            </a:r>
            <a:r>
              <a:rPr lang="en-US" altLang="zh-CN" sz="2400">
                <a:solidFill>
                  <a:srgbClr val="FF0000"/>
                </a:solidFill>
                <a:latin typeface="微软雅黑" panose="020B0503020204020204" charset="-122"/>
                <a:ea typeface="微软雅黑" panose="020B0503020204020204" charset="-122"/>
                <a:cs typeface="微软雅黑" panose="020B0503020204020204" charset="-122"/>
              </a:rPr>
              <a:t>/5000  </a:t>
            </a:r>
            <a:br>
              <a:rPr lang="en-US" altLang="zh-CN" sz="2400">
                <a:latin typeface="微软雅黑" panose="020B0503020204020204" charset="-122"/>
                <a:ea typeface="微软雅黑" panose="020B0503020204020204" charset="-122"/>
                <a:cs typeface="微软雅黑" panose="020B0503020204020204" charset="-122"/>
              </a:rPr>
            </a:br>
            <a:br>
              <a:rPr lang="en-US" altLang="zh-CN" sz="2400">
                <a:latin typeface="微软雅黑" panose="020B0503020204020204" charset="-122"/>
                <a:ea typeface="微软雅黑" panose="020B0503020204020204" charset="-122"/>
                <a:cs typeface="微软雅黑" panose="020B0503020204020204" charset="-122"/>
              </a:rPr>
            </a:br>
            <a:r>
              <a:rPr lang="zh-CN" altLang="en-US" sz="2400">
                <a:latin typeface="微软雅黑" panose="020B0503020204020204" charset="-122"/>
                <a:ea typeface="微软雅黑" panose="020B0503020204020204" charset="-122"/>
                <a:cs typeface="微软雅黑" panose="020B0503020204020204" charset="-122"/>
              </a:rPr>
              <a:t>报价表不含燃油，通常需要加上燃油费，比如</a:t>
            </a:r>
            <a:r>
              <a:rPr lang="en-US" altLang="zh-CN" sz="2400">
                <a:latin typeface="微软雅黑" panose="020B0503020204020204" charset="-122"/>
                <a:ea typeface="微软雅黑" panose="020B0503020204020204" charset="-122"/>
                <a:cs typeface="微软雅黑" panose="020B0503020204020204" charset="-122"/>
              </a:rPr>
              <a:t>23kgs</a:t>
            </a:r>
            <a:r>
              <a:rPr lang="zh-CN" altLang="en-US" sz="2400">
                <a:latin typeface="微软雅黑" panose="020B0503020204020204" charset="-122"/>
                <a:ea typeface="微软雅黑" panose="020B0503020204020204" charset="-122"/>
                <a:cs typeface="微软雅黑" panose="020B0503020204020204" charset="-122"/>
              </a:rPr>
              <a:t>基本运费是</a:t>
            </a:r>
            <a:r>
              <a:rPr lang="en-US" altLang="zh-CN" sz="2400">
                <a:latin typeface="微软雅黑" panose="020B0503020204020204" charset="-122"/>
                <a:ea typeface="微软雅黑" panose="020B0503020204020204" charset="-122"/>
                <a:cs typeface="微软雅黑" panose="020B0503020204020204" charset="-122"/>
              </a:rPr>
              <a:t>40RMB</a:t>
            </a:r>
            <a:r>
              <a:rPr lang="zh-CN" altLang="en-US" sz="2400">
                <a:latin typeface="微软雅黑" panose="020B0503020204020204" charset="-122"/>
                <a:ea typeface="微软雅黑" panose="020B0503020204020204" charset="-122"/>
                <a:cs typeface="微软雅黑" panose="020B0503020204020204" charset="-122"/>
              </a:rPr>
              <a:t>（不含燃油）</a:t>
            </a:r>
            <a:r>
              <a:rPr lang="en-US" altLang="zh-CN" sz="2400">
                <a:latin typeface="微软雅黑" panose="020B0503020204020204" charset="-122"/>
                <a:ea typeface="微软雅黑" panose="020B0503020204020204" charset="-122"/>
                <a:cs typeface="微软雅黑" panose="020B0503020204020204" charset="-122"/>
              </a:rPr>
              <a:t>UPS/DHL </a:t>
            </a:r>
            <a:r>
              <a:rPr lang="zh-CN" altLang="en-US" sz="2400">
                <a:latin typeface="微软雅黑" panose="020B0503020204020204" charset="-122"/>
                <a:ea typeface="微软雅黑" panose="020B0503020204020204" charset="-122"/>
                <a:cs typeface="微软雅黑" panose="020B0503020204020204" charset="-122"/>
              </a:rPr>
              <a:t>燃油费需要自家官网查询，举例</a:t>
            </a:r>
            <a:r>
              <a:rPr lang="en-US" altLang="zh-CN" sz="2400">
                <a:latin typeface="微软雅黑" panose="020B0503020204020204" charset="-122"/>
                <a:ea typeface="微软雅黑" panose="020B0503020204020204" charset="-122"/>
                <a:cs typeface="微软雅黑" panose="020B0503020204020204" charset="-122"/>
              </a:rPr>
              <a:t> </a:t>
            </a:r>
            <a:r>
              <a:rPr lang="zh-CN" altLang="en-US" sz="2400">
                <a:latin typeface="微软雅黑" panose="020B0503020204020204" charset="-122"/>
                <a:ea typeface="微软雅黑" panose="020B0503020204020204" charset="-122"/>
                <a:cs typeface="微软雅黑" panose="020B0503020204020204" charset="-122"/>
              </a:rPr>
              <a:t>燃油费用</a:t>
            </a:r>
            <a:r>
              <a:rPr lang="en-US" altLang="zh-CN" sz="2400">
                <a:latin typeface="微软雅黑" panose="020B0503020204020204" charset="-122"/>
                <a:ea typeface="微软雅黑" panose="020B0503020204020204" charset="-122"/>
                <a:cs typeface="微软雅黑" panose="020B0503020204020204" charset="-122"/>
              </a:rPr>
              <a:t>30% </a:t>
            </a:r>
            <a:r>
              <a:rPr lang="zh-CN" altLang="en-US" sz="2400">
                <a:latin typeface="微软雅黑" panose="020B0503020204020204" charset="-122"/>
                <a:ea typeface="微软雅黑" panose="020B0503020204020204" charset="-122"/>
                <a:cs typeface="微软雅黑" panose="020B0503020204020204" charset="-122"/>
              </a:rPr>
              <a:t>，那么实际运输到门的总共运费应该是基本运费</a:t>
            </a:r>
            <a:r>
              <a:rPr lang="en-US" altLang="zh-CN" sz="2400">
                <a:latin typeface="微软雅黑" panose="020B0503020204020204" charset="-122"/>
                <a:ea typeface="微软雅黑" panose="020B0503020204020204" charset="-122"/>
                <a:cs typeface="微软雅黑" panose="020B0503020204020204" charset="-122"/>
              </a:rPr>
              <a:t>+</a:t>
            </a:r>
            <a:r>
              <a:rPr lang="zh-CN" altLang="en-US" sz="2400">
                <a:latin typeface="微软雅黑" panose="020B0503020204020204" charset="-122"/>
                <a:ea typeface="微软雅黑" panose="020B0503020204020204" charset="-122"/>
                <a:cs typeface="微软雅黑" panose="020B0503020204020204" charset="-122"/>
              </a:rPr>
              <a:t>燃油附加费用</a:t>
            </a:r>
            <a:r>
              <a:rPr lang="en-US" altLang="zh-CN" sz="2400">
                <a:latin typeface="微软雅黑" panose="020B0503020204020204" charset="-122"/>
                <a:ea typeface="微软雅黑" panose="020B0503020204020204" charset="-122"/>
                <a:cs typeface="微软雅黑" panose="020B0503020204020204" charset="-122"/>
              </a:rPr>
              <a:t>=40+40*30%</a:t>
            </a:r>
            <a:br>
              <a:rPr lang="en-US" altLang="zh-CN" sz="2400">
                <a:latin typeface="微软雅黑" panose="020B0503020204020204" charset="-122"/>
                <a:ea typeface="微软雅黑" panose="020B0503020204020204" charset="-122"/>
                <a:cs typeface="微软雅黑" panose="020B0503020204020204" charset="-122"/>
              </a:rPr>
            </a:br>
            <a:br>
              <a:rPr lang="en-US" altLang="zh-CN" sz="2400">
                <a:latin typeface="微软雅黑" panose="020B0503020204020204" charset="-122"/>
                <a:ea typeface="微软雅黑" panose="020B0503020204020204" charset="-122"/>
                <a:cs typeface="微软雅黑" panose="020B0503020204020204" charset="-122"/>
              </a:rPr>
            </a:br>
            <a:r>
              <a:rPr lang="zh-CN" altLang="en-US" sz="2400">
                <a:latin typeface="微软雅黑" panose="020B0503020204020204" charset="-122"/>
                <a:ea typeface="微软雅黑" panose="020B0503020204020204" charset="-122"/>
                <a:cs typeface="微软雅黑" panose="020B0503020204020204" charset="-122"/>
              </a:rPr>
              <a:t>给客户报价：</a:t>
            </a:r>
            <a:r>
              <a:rPr lang="en-US" altLang="zh-CN" sz="2400">
                <a:latin typeface="微软雅黑" panose="020B0503020204020204" charset="-122"/>
                <a:ea typeface="微软雅黑" panose="020B0503020204020204" charset="-122"/>
                <a:cs typeface="微软雅黑" panose="020B0503020204020204" charset="-122"/>
              </a:rPr>
              <a:t>DHL express 10kgs unit price</a:t>
            </a:r>
            <a:r>
              <a:rPr lang="zh-CN" altLang="en-US" sz="240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8USD/KG </a:t>
            </a:r>
            <a:r>
              <a:rPr lang="zh-CN" altLang="en-US" sz="2400">
                <a:latin typeface="微软雅黑" panose="020B0503020204020204" charset="-122"/>
                <a:ea typeface="微软雅黑" panose="020B0503020204020204" charset="-122"/>
                <a:cs typeface="微软雅黑" panose="020B0503020204020204" charset="-122"/>
              </a:rPr>
              <a:t>，</a:t>
            </a:r>
            <a:r>
              <a:rPr lang="en-US" altLang="zh-CN" sz="2400">
                <a:latin typeface="微软雅黑" panose="020B0503020204020204" charset="-122"/>
                <a:ea typeface="微软雅黑" panose="020B0503020204020204" charset="-122"/>
                <a:cs typeface="微软雅黑" panose="020B0503020204020204" charset="-122"/>
              </a:rPr>
              <a:t>shipping time about 6-8days</a:t>
            </a:r>
            <a:br>
              <a:rPr lang="en-US" altLang="zh-CN" sz="2000">
                <a:latin typeface="仿宋" panose="02010609060101010101" charset="-122"/>
                <a:ea typeface="仿宋" panose="02010609060101010101" charset="-122"/>
                <a:cs typeface="仿宋" panose="02010609060101010101" charset="-122"/>
              </a:rPr>
            </a:br>
            <a:br>
              <a:rPr lang="en-US" altLang="zh-CN" sz="1800">
                <a:latin typeface="Arial" panose="020B0604020202020204" pitchFamily="34" charset="0"/>
                <a:ea typeface="微软雅黑" panose="020B0503020204020204" charset="-122"/>
              </a:rPr>
            </a:br>
            <a:endParaRPr lang="zh-CN" altLang="en-US" sz="1800">
              <a:latin typeface="Arial" panose="020B0604020202020204" pitchFamily="34" charset="0"/>
              <a:ea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标题 1"/>
          <p:cNvSpPr>
            <a:spLocks noGrp="1"/>
          </p:cNvSpPr>
          <p:nvPr/>
        </p:nvSpPr>
        <p:spPr>
          <a:xfrm>
            <a:off x="619082" y="767719"/>
            <a:ext cx="10852237" cy="441964"/>
          </a:xfrm>
          <a:prstGeom prst="rect">
            <a:avLst/>
          </a:prstGeom>
        </p:spPr>
        <p:txBody>
          <a:bodyPr vert="horz" lIns="101600" tIns="38100" rIns="76200" bIns="38100" rtlCol="0" anchor="t" anchorCtr="0">
            <a:noAutofit/>
          </a:bodyPr>
          <a:lstStyle>
            <a:lvl1pPr marL="0" marR="0" lvl="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mj-cs"/>
                <a:sym typeface="+mn-ea"/>
              </a:defRPr>
            </a:lvl1pPr>
          </a:lstStyle>
          <a:p>
            <a:r>
              <a:rPr lang="zh-CN" altLang="en-US" sz="3600">
                <a:solidFill>
                  <a:srgbClr val="FF0000"/>
                </a:solidFill>
              </a:rPr>
              <a:t>快递难清关国家</a:t>
            </a:r>
            <a:endParaRPr lang="zh-CN" altLang="en-US" sz="3600">
              <a:solidFill>
                <a:srgbClr val="FF0000"/>
              </a:solidFill>
            </a:endParaRPr>
          </a:p>
        </p:txBody>
      </p:sp>
      <p:sp>
        <p:nvSpPr>
          <p:cNvPr id="5" name="内容占位符 2"/>
          <p:cNvSpPr>
            <a:spLocks noGrp="1"/>
          </p:cNvSpPr>
          <p:nvPr/>
        </p:nvSpPr>
        <p:spPr>
          <a:xfrm>
            <a:off x="619125" y="1734820"/>
            <a:ext cx="5283200" cy="4930775"/>
          </a:xfrm>
          <a:prstGeom prst="rect">
            <a:avLst/>
          </a:prstGeo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solidFill>
                  <a:srgbClr val="FF0000"/>
                </a:solidFill>
              </a:rPr>
              <a:t>俄罗斯：</a:t>
            </a:r>
            <a:r>
              <a:rPr lang="zh-CN" altLang="en-US" sz="2800">
                <a:solidFill>
                  <a:schemeClr val="tx1"/>
                </a:solidFill>
              </a:rPr>
              <a:t>俄罗斯清关困难，容易造成退件和扣关。运输风险高</a:t>
            </a:r>
            <a:endParaRPr lang="zh-CN" altLang="en-US" sz="2800">
              <a:solidFill>
                <a:schemeClr val="tx1"/>
              </a:solidFill>
            </a:endParaRPr>
          </a:p>
        </p:txBody>
      </p:sp>
      <p:sp>
        <p:nvSpPr>
          <p:cNvPr id="6" name="内容占位符 3"/>
          <p:cNvSpPr>
            <a:spLocks noGrp="1"/>
          </p:cNvSpPr>
          <p:nvPr/>
        </p:nvSpPr>
        <p:spPr>
          <a:xfrm>
            <a:off x="6188075" y="1734820"/>
            <a:ext cx="5283200" cy="4930775"/>
          </a:xfrm>
          <a:prstGeom prst="rect">
            <a:avLst/>
          </a:prstGeom>
        </p:spPr>
        <p:txBody>
          <a:bodyPr vert="horz" lIns="101600" tIns="0" rIns="82550" bIns="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a:solidFill>
                  <a:srgbClr val="FF0000"/>
                </a:solidFill>
              </a:rPr>
              <a:t>巴西：</a:t>
            </a:r>
            <a:r>
              <a:rPr lang="zh-CN" altLang="en-US" sz="2800">
                <a:solidFill>
                  <a:schemeClr val="tx1"/>
                </a:solidFill>
              </a:rPr>
              <a:t>巴西对快件的要求也比较严格，容易产生清关问题。到巴西的货物物要求客人有税号，有能力自己清关。</a:t>
            </a:r>
            <a:endParaRPr lang="zh-CN" altLang="en-US" sz="280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10000"/>
          </a:blip>
          <a:tile sy="94000"/>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
        <p:nvSpPr>
          <p:cNvPr id="2" name="标题 1"/>
          <p:cNvSpPr>
            <a:spLocks noGrp="1"/>
          </p:cNvSpPr>
          <p:nvPr/>
        </p:nvSpPr>
        <p:spPr>
          <a:xfrm>
            <a:off x="619082" y="635004"/>
            <a:ext cx="10852237" cy="441964"/>
          </a:xfrm>
          <a:prstGeom prst="rect">
            <a:avLst/>
          </a:prstGeom>
        </p:spPr>
        <p:txBody>
          <a:bodyPr vert="horz" lIns="101600" tIns="38100" rIns="76200" bIns="38100" rtlCol="0" anchor="t" anchorCtr="0">
            <a:noAutofit/>
          </a:bodyPr>
          <a:lstStyle>
            <a:lvl1pPr marL="0" marR="0" lvl="0" algn="l" defTabSz="914400" rtl="0" eaLnBrk="1" fontAlgn="auto" latinLnBrk="0" hangingPunct="1">
              <a:lnSpc>
                <a:spcPct val="100000"/>
              </a:lnSpc>
              <a:spcBef>
                <a:spcPct val="0"/>
              </a:spcBef>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mj-cs"/>
                <a:sym typeface="+mn-ea"/>
              </a:defRPr>
            </a:lvl1pPr>
          </a:lstStyle>
          <a:p>
            <a:endParaRPr lang="en-US" altLang="zh-CN" sz="3600">
              <a:solidFill>
                <a:srgbClr val="FF0000"/>
              </a:solidFill>
            </a:endParaRPr>
          </a:p>
        </p:txBody>
      </p:sp>
      <p:sp>
        <p:nvSpPr>
          <p:cNvPr id="7" name="文本框 6"/>
          <p:cNvSpPr txBox="1"/>
          <p:nvPr/>
        </p:nvSpPr>
        <p:spPr>
          <a:xfrm>
            <a:off x="996950" y="763905"/>
            <a:ext cx="4064000" cy="583565"/>
          </a:xfrm>
          <a:prstGeom prst="rect">
            <a:avLst/>
          </a:prstGeom>
          <a:noFill/>
        </p:spPr>
        <p:txBody>
          <a:bodyPr wrap="square" rtlCol="0">
            <a:spAutoFit/>
          </a:bodyPr>
          <a:p>
            <a:r>
              <a:rPr lang="zh-CN" altLang="en-US" sz="3200"/>
              <a:t>注意事项</a:t>
            </a:r>
            <a:endParaRPr lang="zh-CN" altLang="en-US" sz="3200"/>
          </a:p>
        </p:txBody>
      </p:sp>
      <p:sp>
        <p:nvSpPr>
          <p:cNvPr id="8" name="文本框 7"/>
          <p:cNvSpPr txBox="1"/>
          <p:nvPr/>
        </p:nvSpPr>
        <p:spPr>
          <a:xfrm>
            <a:off x="1084580" y="1401445"/>
            <a:ext cx="10427970" cy="4069080"/>
          </a:xfrm>
          <a:prstGeom prst="rect">
            <a:avLst/>
          </a:prstGeom>
        </p:spPr>
        <p:txBody>
          <a:bodyPr>
            <a:noAutofit/>
            <a:extLst>
              <a:ext uri="{4A0BC546-FE56-4ADE-93B0-CB8AF2F6F144}">
                <wpsdc:textFrameExt xmlns:wpsdc="http://www.wps.cn/officeDocument/2022/drawingmlCustomData" type="text"/>
              </a:ext>
            </a:extLst>
          </a:bodyPr>
          <a:p>
            <a:pPr algn="l"/>
            <a:r>
              <a:rPr lang="zh-CN" altLang="en-US" sz="2000">
                <a:latin typeface="Arial" panose="020B0604020202020204" pitchFamily="34" charset="0"/>
                <a:ea typeface="微软雅黑" panose="020B0503020204020204" charset="-122"/>
              </a:rPr>
              <a:t>四大快递 DHL  FEDEX   UPS  TNT </a:t>
            </a:r>
            <a:endParaRPr lang="zh-CN" altLang="en-US" sz="2000">
              <a:latin typeface="Arial" panose="020B0604020202020204" pitchFamily="34" charset="0"/>
              <a:ea typeface="微软雅黑" panose="020B0503020204020204" charset="-122"/>
            </a:endParaRPr>
          </a:p>
          <a:p>
            <a:pPr algn="l"/>
            <a:r>
              <a:rPr lang="zh-CN" altLang="en-US" sz="2000">
                <a:solidFill>
                  <a:srgbClr val="FF0000"/>
                </a:solidFill>
                <a:latin typeface="Arial" panose="020B0604020202020204" pitchFamily="34" charset="0"/>
                <a:ea typeface="微软雅黑" panose="020B0503020204020204" charset="-122"/>
              </a:rPr>
              <a:t>DHL </a:t>
            </a:r>
            <a:r>
              <a:rPr lang="zh-CN" altLang="en-US" sz="2000">
                <a:latin typeface="Arial" panose="020B0604020202020204" pitchFamily="34" charset="0"/>
                <a:ea typeface="微软雅黑" panose="020B0503020204020204" charset="-122"/>
              </a:rPr>
              <a:t>更改地址费用100rmb/票  私人地址费用28/票*U</a:t>
            </a:r>
            <a:endParaRPr lang="zh-CN" altLang="en-US" sz="2000">
              <a:latin typeface="Arial" panose="020B0604020202020204" pitchFamily="34" charset="0"/>
              <a:ea typeface="微软雅黑" panose="020B0503020204020204" charset="-122"/>
            </a:endParaRPr>
          </a:p>
          <a:p>
            <a:pPr algn="l"/>
            <a:r>
              <a:rPr lang="zh-CN" altLang="en-US" sz="2000">
                <a:latin typeface="Arial" panose="020B0604020202020204" pitchFamily="34" charset="0"/>
                <a:ea typeface="微软雅黑" panose="020B0503020204020204" charset="-122"/>
              </a:rPr>
              <a:t>偏远附加费用4.4rmb/kg 最低收费240rmb/票 需要另外加收当月燃油  </a:t>
            </a:r>
            <a:endParaRPr lang="zh-CN" altLang="en-US" sz="2000">
              <a:latin typeface="Arial" panose="020B0604020202020204" pitchFamily="34" charset="0"/>
              <a:ea typeface="微软雅黑" panose="020B0503020204020204" charset="-122"/>
            </a:endParaRPr>
          </a:p>
          <a:p>
            <a:pPr algn="l"/>
            <a:r>
              <a:rPr lang="zh-CN" altLang="en-US" sz="2000">
                <a:latin typeface="Arial" panose="020B0604020202020204" pitchFamily="34" charset="0"/>
                <a:ea typeface="微软雅黑" panose="020B0503020204020204" charset="-122"/>
              </a:rPr>
              <a:t>可做关税预付，关税预付手续费用是150rmb/票</a:t>
            </a:r>
            <a:endParaRPr lang="zh-CN" altLang="en-US" sz="2000">
              <a:latin typeface="Arial" panose="020B0604020202020204" pitchFamily="34" charset="0"/>
              <a:ea typeface="微软雅黑" panose="020B0503020204020204" charset="-122"/>
            </a:endParaRPr>
          </a:p>
          <a:p>
            <a:pPr algn="l"/>
            <a:r>
              <a:rPr lang="zh-CN" altLang="en-US" sz="2000">
                <a:latin typeface="Arial" panose="020B0604020202020204" pitchFamily="34" charset="0"/>
                <a:ea typeface="微软雅黑" panose="020B0503020204020204" charset="-122"/>
              </a:rPr>
              <a:t>dhl 超长超重费用，单件超过120cm ，需要加收 600rmb/件*燃油</a:t>
            </a:r>
            <a:endParaRPr lang="zh-CN" altLang="en-US" sz="2000">
              <a:latin typeface="Arial" panose="020B0604020202020204" pitchFamily="34" charset="0"/>
              <a:ea typeface="微软雅黑" panose="020B0503020204020204" charset="-122"/>
            </a:endParaRPr>
          </a:p>
          <a:p>
            <a:pPr algn="l"/>
            <a:r>
              <a:rPr lang="zh-CN" altLang="en-US" sz="2000">
                <a:solidFill>
                  <a:srgbClr val="FF0000"/>
                </a:solidFill>
                <a:latin typeface="Arial" panose="020B0604020202020204" pitchFamily="34" charset="0"/>
                <a:ea typeface="微软雅黑" panose="020B0503020204020204" charset="-122"/>
              </a:rPr>
              <a:t>UPS </a:t>
            </a:r>
            <a:endParaRPr lang="zh-CN" altLang="en-US" sz="2000">
              <a:solidFill>
                <a:srgbClr val="FF0000"/>
              </a:solidFill>
              <a:latin typeface="Arial" panose="020B0604020202020204" pitchFamily="34" charset="0"/>
              <a:ea typeface="微软雅黑" panose="020B0503020204020204" charset="-122"/>
            </a:endParaRPr>
          </a:p>
          <a:p>
            <a:pPr algn="l"/>
            <a:r>
              <a:rPr lang="zh-CN" altLang="en-US" sz="2000">
                <a:latin typeface="Arial" panose="020B0604020202020204" pitchFamily="34" charset="0"/>
                <a:ea typeface="微软雅黑" panose="020B0503020204020204" charset="-122"/>
              </a:rPr>
              <a:t>单边长超过120cm 或者次长超过76cm，加收108*u/件</a:t>
            </a:r>
            <a:endParaRPr lang="zh-CN" altLang="en-US" sz="2000">
              <a:latin typeface="Arial" panose="020B0604020202020204" pitchFamily="34" charset="0"/>
              <a:ea typeface="微软雅黑" panose="020B0503020204020204" charset="-122"/>
            </a:endParaRPr>
          </a:p>
          <a:p>
            <a:pPr algn="l"/>
            <a:r>
              <a:rPr lang="zh-CN" altLang="en-US" sz="2000">
                <a:latin typeface="Arial" panose="020B0604020202020204" pitchFamily="34" charset="0"/>
                <a:ea typeface="微软雅黑" panose="020B0503020204020204" charset="-122"/>
              </a:rPr>
              <a:t>单件实重超过24kgs，或者平均实重超过24kg  108*u/件</a:t>
            </a:r>
            <a:endParaRPr lang="zh-CN" altLang="en-US" sz="2000">
              <a:latin typeface="Arial" panose="020B0604020202020204" pitchFamily="34" charset="0"/>
              <a:ea typeface="微软雅黑" panose="020B0503020204020204" charset="-122"/>
            </a:endParaRPr>
          </a:p>
          <a:p>
            <a:pPr algn="l"/>
            <a:r>
              <a:rPr lang="en-US" altLang="zh-CN" sz="2000">
                <a:solidFill>
                  <a:srgbClr val="FF0000"/>
                </a:solidFill>
                <a:latin typeface="Arial" panose="020B0604020202020204" pitchFamily="34" charset="0"/>
                <a:ea typeface="微软雅黑" panose="020B0503020204020204" charset="-122"/>
              </a:rPr>
              <a:t>FEDEX</a:t>
            </a:r>
            <a:br>
              <a:rPr lang="en-US" altLang="zh-CN" sz="2000">
                <a:latin typeface="Arial" panose="020B0604020202020204" pitchFamily="34" charset="0"/>
                <a:ea typeface="微软雅黑" panose="020B0503020204020204" charset="-122"/>
              </a:rPr>
            </a:br>
            <a:r>
              <a:rPr lang="zh-CN" altLang="en-US" sz="2000">
                <a:latin typeface="Arial" panose="020B0604020202020204" pitchFamily="34" charset="0"/>
                <a:ea typeface="微软雅黑" panose="020B0503020204020204" charset="-122"/>
              </a:rPr>
              <a:t>住宅区附加费用 35rmb/票</a:t>
            </a:r>
            <a:endParaRPr lang="zh-CN" altLang="en-US" sz="2000">
              <a:latin typeface="Arial" panose="020B0604020202020204" pitchFamily="34" charset="0"/>
              <a:ea typeface="微软雅黑" panose="020B0503020204020204" charset="-122"/>
            </a:endParaRPr>
          </a:p>
          <a:p>
            <a:pPr algn="l"/>
            <a:r>
              <a:rPr lang="zh-CN" altLang="en-US" sz="2000">
                <a:latin typeface="Arial" panose="020B0604020202020204" pitchFamily="34" charset="0"/>
                <a:ea typeface="微软雅黑" panose="020B0503020204020204" charset="-122"/>
              </a:rPr>
              <a:t>任何最长边119cm  或者实际重量大约30kg  不规则包裹都需要收取附加费用222/件*u</a:t>
            </a:r>
            <a:endParaRPr lang="zh-CN" altLang="en-US" sz="2000">
              <a:latin typeface="Arial" panose="020B0604020202020204" pitchFamily="34" charset="0"/>
              <a:ea typeface="微软雅黑" panose="020B0503020204020204" charset="-122"/>
            </a:endParaRPr>
          </a:p>
          <a:p>
            <a:pPr algn="l"/>
            <a:r>
              <a:rPr lang="zh-CN" altLang="en-US" sz="2000">
                <a:latin typeface="Arial" panose="020B0604020202020204" pitchFamily="34" charset="0"/>
                <a:ea typeface="微软雅黑" panose="020B0503020204020204" charset="-122"/>
              </a:rPr>
              <a:t>大陆UPS 申报价值炒超过700usd或者单票实际重量超过99kg，需要买单报关或者单独报关，150rmb/票</a:t>
            </a:r>
            <a:endParaRPr lang="zh-CN" altLang="en-US" sz="2000">
              <a:latin typeface="Arial" panose="020B0604020202020204" pitchFamily="34" charset="0"/>
              <a:ea typeface="微软雅黑" panose="020B0503020204020204" charset="-122"/>
            </a:endParaRPr>
          </a:p>
          <a:p>
            <a:pPr algn="l"/>
            <a:r>
              <a:rPr lang="zh-CN" altLang="en-US" sz="2000">
                <a:latin typeface="Arial" panose="020B0604020202020204" pitchFamily="34" charset="0"/>
                <a:ea typeface="微软雅黑" panose="020B0503020204020204" charset="-122"/>
              </a:rPr>
              <a:t>私人住宅30*U/票</a:t>
            </a:r>
            <a:endParaRPr lang="zh-CN" altLang="en-US" sz="2000">
              <a:latin typeface="Arial" panose="020B0604020202020204" pitchFamily="34" charset="0"/>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66000"/>
          </a:blip>
          <a:stretch>
            <a:fillRect l="-8000" t="-10000" r="-12000" b="-11000"/>
          </a:stretch>
        </a:blipFill>
        <a:effectLst/>
      </p:bgPr>
    </p:bg>
    <p:spTree>
      <p:nvGrpSpPr>
        <p:cNvPr id="1" name=""/>
        <p:cNvGrpSpPr/>
        <p:nvPr/>
      </p:nvGrpSpPr>
      <p:grpSpPr/>
      <p:pic>
        <p:nvPicPr>
          <p:cNvPr id="3" name="图片 2"/>
          <p:cNvPicPr>
            <a:picLocks noChangeAspect="1"/>
          </p:cNvPicPr>
          <p:nvPr/>
        </p:nvPicPr>
        <p:blipFill>
          <a:blip r:embed="rId2"/>
          <a:stretch>
            <a:fillRect/>
          </a:stretch>
        </p:blipFill>
        <p:spPr>
          <a:xfrm>
            <a:off x="255270" y="0"/>
            <a:ext cx="1198245" cy="725805"/>
          </a:xfrm>
          <a:prstGeom prst="rect">
            <a:avLst/>
          </a:prstGeom>
        </p:spPr>
      </p:pic>
      <p:sp>
        <p:nvSpPr>
          <p:cNvPr id="4" name="文本框 3"/>
          <p:cNvSpPr txBox="1"/>
          <p:nvPr/>
        </p:nvSpPr>
        <p:spPr>
          <a:xfrm>
            <a:off x="1453515" y="189865"/>
            <a:ext cx="3434080" cy="337185"/>
          </a:xfrm>
          <a:prstGeom prst="rect">
            <a:avLst/>
          </a:prstGeom>
          <a:noFill/>
        </p:spPr>
        <p:txBody>
          <a:bodyPr wrap="none" rtlCol="0">
            <a:spAutoFit/>
          </a:bodyPr>
          <a:p>
            <a:r>
              <a:rPr lang="zh-CN" altLang="en-US" sz="1600"/>
              <a:t>深圳市翔飞扬国际货运代理有限公司</a:t>
            </a:r>
            <a:endParaRPr lang="zh-CN" altLang="en-US" sz="160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5.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09.xml><?xml version="1.0" encoding="utf-8"?>
<p:tagLst xmlns:p="http://schemas.openxmlformats.org/presentationml/2006/main">
  <p:tag name="KSO_WM_UNIT_ISCONTENTSTITLE" val="0"/>
  <p:tag name="KSO_WM_UNIT_PRESET_TEXT" val="单击此处添加副标题"/>
  <p:tag name="KSO_WM_UNIT_VALUE" val="17"/>
  <p:tag name="KSO_WM_UNIT_HIGHLIGHT" val="0"/>
  <p:tag name="KSO_WM_UNIT_COMPATIBLE" val="0"/>
  <p:tag name="KSO_WM_UNIT_TYPE" val="b"/>
  <p:tag name="KSO_WM_UNIT_INDEX" val="1"/>
  <p:tag name="KSO_WM_UNIT_ID" val="custom20191224_1*b*1"/>
  <p:tag name="KSO_WM_TEMPLATE_CATEGORY" val="custom"/>
  <p:tag name="KSO_WM_TEMPLATE_INDEX" val="20191224"/>
  <p:tag name="KSO_WM_UNIT_LAYERLEVEL" val="1"/>
  <p:tag name="KSO_WM_TAG_VERSION" val="1.0"/>
  <p:tag name="KSO_WM_BEAUTIFY_FLAG" val="#wm#"/>
  <p:tag name="KSO_WM_UNIT_NOCLEAR" val="0"/>
  <p:tag name="KSO_WM_UNIT_DIAGRAM_ISNUMVISUAL" val="0"/>
  <p:tag name="KSO_WM_UNIT_DIAGRAM_ISREFERUNIT" val="0"/>
  <p:tag name="KSO_WM_UNIT_ISNUMDGMTITLE" val="0"/>
</p:tagLst>
</file>

<file path=ppt/tags/tag310.xml><?xml version="1.0" encoding="utf-8"?>
<p:tagLst xmlns:p="http://schemas.openxmlformats.org/presentationml/2006/main">
  <p:tag name="KSO_WM_UNIT_ISCONTENTSTITLE" val="0"/>
  <p:tag name="KSO_WM_UNIT_PRESET_TEXT" val="企业培训"/>
  <p:tag name="KSO_WM_UNIT_VALUE" val="8"/>
  <p:tag name="KSO_WM_UNIT_HIGHLIGHT" val="0"/>
  <p:tag name="KSO_WM_UNIT_COMPATIBLE" val="0"/>
  <p:tag name="KSO_WM_UNIT_TYPE" val="a"/>
  <p:tag name="KSO_WM_UNIT_INDEX" val="1"/>
  <p:tag name="KSO_WM_UNIT_ID" val="custom20191224_1*a*1"/>
  <p:tag name="KSO_WM_TEMPLATE_CATEGORY" val="custom"/>
  <p:tag name="KSO_WM_TEMPLATE_INDEX" val="20191224"/>
  <p:tag name="KSO_WM_UNIT_LAYERLEVEL" val="1"/>
  <p:tag name="KSO_WM_TAG_VERSION" val="1.0"/>
  <p:tag name="KSO_WM_BEAUTIFY_FLAG" val="#wm#"/>
  <p:tag name="KSO_WM_UNIT_NOCLEAR" val="0"/>
  <p:tag name="KSO_WM_UNIT_DIAGRAM_ISNUMVISUAL" val="0"/>
  <p:tag name="KSO_WM_UNIT_DIAGRAM_ISREFERUNIT" val="0"/>
  <p:tag name="KSO_WM_UNIT_ISNUMDGMTITLE" val="0"/>
</p:tagLst>
</file>

<file path=ppt/tags/tag311.xml><?xml version="1.0" encoding="utf-8"?>
<p:tagLst xmlns:p="http://schemas.openxmlformats.org/presentationml/2006/main">
  <p:tag name="KSO_WM_UNIT_ISCONTENTSTITLE" val="0"/>
  <p:tag name="KSO_WM_UNIT_PRESET_TEXT" val="汇报日期"/>
  <p:tag name="KSO_WM_UNIT_VALUE" val="10"/>
  <p:tag name="KSO_WM_UNIT_HIGHLIGHT" val="0"/>
  <p:tag name="KSO_WM_UNIT_COMPATIBLE" val="0"/>
  <p:tag name="KSO_WM_UNIT_TYPE" val="b"/>
  <p:tag name="KSO_WM_UNIT_INDEX" val="3"/>
  <p:tag name="KSO_WM_UNIT_ID" val="custom20191224_1*b*3"/>
  <p:tag name="KSO_WM_TEMPLATE_CATEGORY" val="custom"/>
  <p:tag name="KSO_WM_TEMPLATE_INDEX" val="20191224"/>
  <p:tag name="KSO_WM_UNIT_LAYERLEVEL" val="1"/>
  <p:tag name="KSO_WM_TAG_VERSION" val="1.0"/>
  <p:tag name="KSO_WM_BEAUTIFY_FLAG" val="#wm#"/>
  <p:tag name="KSO_WM_UNIT_NOCLEAR" val="0"/>
  <p:tag name="KSO_WM_UNIT_DIAGRAM_ISNUMVISUAL" val="0"/>
  <p:tag name="KSO_WM_UNIT_DIAGRAM_ISREFERUNIT" val="0"/>
  <p:tag name="KSO_WM_UNIT_ISNUMDGMTITLE" val="0"/>
</p:tagLst>
</file>

<file path=ppt/tags/tag312.xml><?xml version="1.0" encoding="utf-8"?>
<p:tagLst xmlns:p="http://schemas.openxmlformats.org/presentationml/2006/main">
  <p:tag name="KSO_WM_UNIT_FILL_FORE_SCHEMECOLOR_INDEX" val="5"/>
  <p:tag name="KSO_WM_UNIT_FILL_TYPE" val="1"/>
  <p:tag name="KSO_WM_UNIT_TEXT_FILL_FORE_SCHEMECOLOR_INDEX" val="2"/>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191224_4*l_i*1_1"/>
  <p:tag name="KSO_WM_TEMPLATE_CATEGORY" val="custom"/>
  <p:tag name="KSO_WM_TEMPLATE_INDEX" val="20191224"/>
  <p:tag name="KSO_WM_UNIT_LAYERLEVEL" val="1_1"/>
  <p:tag name="KSO_WM_TAG_VERSION" val="1.0"/>
  <p:tag name="KSO_WM_BEAUTIFY_FLAG" val="#wm#"/>
  <p:tag name="KSO_WM_DIAGRAM_VIRTUALLY_FRAME" val="{&quot;height&quot;:333.27968503937007,&quot;left&quot;:153,&quot;top&quot;:138.7203149606299,&quot;width&quot;:654}"/>
</p:tagLst>
</file>

<file path=ppt/tags/tag313.xml><?xml version="1.0" encoding="utf-8"?>
<p:tagLst xmlns:p="http://schemas.openxmlformats.org/presentationml/2006/main">
  <p:tag name="KSO_WM_UNIT_TEXT_FILL_FORE_SCHEMECOLOR_INDEX" val="13"/>
  <p:tag name="KSO_WM_UNIT_TEXT_FILL_TYPE" val="1"/>
  <p:tag name="KSO_WM_UNIT_USESOURCEFORMAT_APPLY" val="1"/>
  <p:tag name="KSO_WM_UNIT_ISCONTENTSTITLE" val="0"/>
  <p:tag name="KSO_WM_UNIT_NOCLEAR" val="0"/>
  <p:tag name="KSO_WM_UNIT_VALUE" val="5"/>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191224_4*b*1"/>
  <p:tag name="KSO_WM_TEMPLATE_CATEGORY" val="custom"/>
  <p:tag name="KSO_WM_TEMPLATE_INDEX" val="20191224"/>
  <p:tag name="KSO_WM_UNIT_LAYERLEVEL" val="1"/>
  <p:tag name="KSO_WM_TAG_VERSION" val="1.0"/>
  <p:tag name="KSO_WM_BEAUTIFY_FLAG" val="#wm#"/>
  <p:tag name="KSO_WM_UNIT_PRESET_TEXT" val="/ Contents"/>
  <p:tag name="KSO_WM_UNIT_ISNUMDGMTITLE" val="0"/>
</p:tagLst>
</file>

<file path=ppt/tags/tag314.xml><?xml version="1.0" encoding="utf-8"?>
<p:tagLst xmlns:p="http://schemas.openxmlformats.org/presentationml/2006/main">
  <p:tag name="KSO_WM_UNIT_TEXT_FILL_FORE_SCHEMECOLOR_INDEX" val="13"/>
  <p:tag name="KSO_WM_UNIT_TEXT_FILL_TYPE" val="1"/>
  <p:tag name="KSO_WM_UNIT_USESOURCEFORMAT_APPLY" val="1"/>
  <p:tag name="KSO_WM_UNIT_ISCONTENTSTITLE" val="1"/>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191224_4*a*1"/>
  <p:tag name="KSO_WM_TEMPLATE_CATEGORY" val="custom"/>
  <p:tag name="KSO_WM_TEMPLATE_INDEX" val="20191224"/>
  <p:tag name="KSO_WM_UNIT_LAYERLEVEL" val="1"/>
  <p:tag name="KSO_WM_TAG_VERSION" val="1.0"/>
  <p:tag name="KSO_WM_BEAUTIFY_FLAG" val="#wm#"/>
  <p:tag name="KSO_WM_UNIT_PRESET_TEXT" val="目 录"/>
  <p:tag name="KSO_WM_UNIT_ISNUMDGMTITLE" val="0"/>
</p:tagLst>
</file>

<file path=ppt/tags/tag315.xml><?xml version="1.0" encoding="utf-8"?>
<p:tagLst xmlns:p="http://schemas.openxmlformats.org/presentationml/2006/main">
  <p:tag name="KSO_WM_UNIT_LINE_FORE_SCHEMECOLOR_INDEX" val="5"/>
  <p:tag name="KSO_WM_UNIT_LINE_FILL_TYPE" val="2"/>
  <p:tag name="KSO_WM_UNIT_TEXT_FILL_FORE_SCHEMECOLOR_INDEX" val="2"/>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191224_4*l_h_i*1_3_1"/>
  <p:tag name="KSO_WM_TEMPLATE_CATEGORY" val="custom"/>
  <p:tag name="KSO_WM_TEMPLATE_INDEX" val="20191224"/>
  <p:tag name="KSO_WM_UNIT_LAYERLEVEL" val="1_1_1"/>
  <p:tag name="KSO_WM_TAG_VERSION" val="1.0"/>
  <p:tag name="KSO_WM_BEAUTIFY_FLAG" val="#wm#"/>
  <p:tag name="KSO_WM_DIAGRAM_VIRTUALLY_FRAME" val="{&quot;height&quot;:333.27968503937007,&quot;left&quot;:153,&quot;top&quot;:138.7203149606299,&quot;width&quot;:654}"/>
</p:tagLst>
</file>

<file path=ppt/tags/tag316.xml><?xml version="1.0" encoding="utf-8"?>
<p:tagLst xmlns:p="http://schemas.openxmlformats.org/presentationml/2006/main">
  <p:tag name="KSO_WM_UNIT_TEXT_FILL_FORE_SCHEMECOLOR_INDEX" val="13"/>
  <p:tag name="KSO_WM_UNIT_TEXT_FILL_TYPE" val="1"/>
  <p:tag name="KSO_WM_UNIT_USESOURCEFORMAT_APPLY" val="1"/>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191224_4*l_h_a*1_3_1"/>
  <p:tag name="KSO_WM_TEMPLATE_CATEGORY" val="custom"/>
  <p:tag name="KSO_WM_TEMPLATE_INDEX" val="20191224"/>
  <p:tag name="KSO_WM_UNIT_LAYERLEVEL" val="1_1_1"/>
  <p:tag name="KSO_WM_TAG_VERSION" val="1.0"/>
  <p:tag name="KSO_WM_BEAUTIFY_FLAG" val="#wm#"/>
  <p:tag name="KSO_WM_UNIT_PRESET_TEXT" val="单击此处添加标题"/>
  <p:tag name="KSO_WM_UNIT_ISNUMDGMTITLE" val="0"/>
  <p:tag name="KSO_WM_DIAGRAM_VIRTUALLY_FRAME" val="{&quot;height&quot;:333.27968503937007,&quot;left&quot;:153,&quot;top&quot;:138.7203149606299,&quot;width&quot;:654}"/>
</p:tagLst>
</file>

<file path=ppt/tags/tag317.xml><?xml version="1.0" encoding="utf-8"?>
<p:tagLst xmlns:p="http://schemas.openxmlformats.org/presentationml/2006/main">
  <p:tag name="KSO_WM_UNIT_TEXT_FILL_FORE_SCHEMECOLOR_INDEX" val="13"/>
  <p:tag name="KSO_WM_UNIT_TEXT_FILL_TYPE" val="1"/>
  <p:tag name="KSO_WM_UNIT_USESOURCEFORMAT_APPLY"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191224_4*l_h_f*1_3_1"/>
  <p:tag name="KSO_WM_TEMPLATE_CATEGORY" val="custom"/>
  <p:tag name="KSO_WM_TEMPLATE_INDEX" val="20191224"/>
  <p:tag name="KSO_WM_UNIT_LAYERLEVEL" val="1_1_1"/>
  <p:tag name="KSO_WM_TAG_VERSION" val="1.0"/>
  <p:tag name="KSO_WM_BEAUTIFY_FLAG" val="#wm#"/>
  <p:tag name="KSO_WM_UNIT_PRESET_TEXT" val="单击此处输入你的正文，文字是您思想的提炼，请尽量言简意赅的阐述观点"/>
  <p:tag name="KSO_WM_UNIT_SUBTYPE" val="a"/>
  <p:tag name="KSO_WM_DIAGRAM_VIRTUALLY_FRAME" val="{&quot;height&quot;:333.27968503937007,&quot;left&quot;:153,&quot;top&quot;:138.7203149606299,&quot;width&quot;:654}"/>
</p:tagLst>
</file>

<file path=ppt/tags/tag318.xml><?xml version="1.0" encoding="utf-8"?>
<p:tagLst xmlns:p="http://schemas.openxmlformats.org/presentationml/2006/main">
  <p:tag name="KSO_WM_UNIT_TEXT_FILL_FORE_SCHEMECOLOR_INDEX" val="5"/>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ID" val="custom20191224_4*l_h_i*1_3_2"/>
  <p:tag name="KSO_WM_TEMPLATE_CATEGORY" val="custom"/>
  <p:tag name="KSO_WM_TEMPLATE_INDEX" val="20191224"/>
  <p:tag name="KSO_WM_UNIT_LAYERLEVEL" val="1_1_1"/>
  <p:tag name="KSO_WM_TAG_VERSION" val="1.0"/>
  <p:tag name="KSO_WM_BEAUTIFY_FLAG" val="#wm#"/>
  <p:tag name="KSO_WM_DIAGRAM_VIRTUALLY_FRAME" val="{&quot;height&quot;:333.27968503937007,&quot;left&quot;:153,&quot;top&quot;:138.7203149606299,&quot;width&quot;:654}"/>
</p:tagLst>
</file>

<file path=ppt/tags/tag319.xml><?xml version="1.0" encoding="utf-8"?>
<p:tagLst xmlns:p="http://schemas.openxmlformats.org/presentationml/2006/main">
  <p:tag name="KSO_WM_UNIT_LINE_FORE_SCHEMECOLOR_INDEX" val="5"/>
  <p:tag name="KSO_WM_UNIT_LINE_FILL_TYPE" val="2"/>
  <p:tag name="KSO_WM_UNIT_TEXT_FILL_FORE_SCHEMECOLOR_INDEX" val="2"/>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191224_4*l_h_i*1_4_1"/>
  <p:tag name="KSO_WM_TEMPLATE_CATEGORY" val="custom"/>
  <p:tag name="KSO_WM_TEMPLATE_INDEX" val="20191224"/>
  <p:tag name="KSO_WM_UNIT_LAYERLEVEL" val="1_1_1"/>
  <p:tag name="KSO_WM_TAG_VERSION" val="1.0"/>
  <p:tag name="KSO_WM_BEAUTIFY_FLAG" val="#wm#"/>
  <p:tag name="KSO_WM_DIAGRAM_VIRTUALLY_FRAME" val="{&quot;height&quot;:333.27968503937007,&quot;left&quot;:153,&quot;top&quot;:138.7203149606299,&quot;width&quot;:654}"/>
</p:tagLst>
</file>

<file path=ppt/tags/tag320.xml><?xml version="1.0" encoding="utf-8"?>
<p:tagLst xmlns:p="http://schemas.openxmlformats.org/presentationml/2006/main">
  <p:tag name="KSO_WM_UNIT_TEXT_FILL_FORE_SCHEMECOLOR_INDEX" val="13"/>
  <p:tag name="KSO_WM_UNIT_TEXT_FILL_TYPE" val="1"/>
  <p:tag name="KSO_WM_UNIT_USESOURCEFORMAT_APPLY" val="1"/>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custom20191224_4*l_h_a*1_4_1"/>
  <p:tag name="KSO_WM_TEMPLATE_CATEGORY" val="custom"/>
  <p:tag name="KSO_WM_TEMPLATE_INDEX" val="20191224"/>
  <p:tag name="KSO_WM_UNIT_LAYERLEVEL" val="1_1_1"/>
  <p:tag name="KSO_WM_TAG_VERSION" val="1.0"/>
  <p:tag name="KSO_WM_BEAUTIFY_FLAG" val="#wm#"/>
  <p:tag name="KSO_WM_UNIT_PRESET_TEXT" val="单击此处添加标题"/>
  <p:tag name="KSO_WM_UNIT_ISNUMDGMTITLE" val="0"/>
  <p:tag name="KSO_WM_DIAGRAM_VIRTUALLY_FRAME" val="{&quot;height&quot;:333.27968503937007,&quot;left&quot;:153,&quot;top&quot;:138.7203149606299,&quot;width&quot;:654}"/>
</p:tagLst>
</file>

<file path=ppt/tags/tag321.xml><?xml version="1.0" encoding="utf-8"?>
<p:tagLst xmlns:p="http://schemas.openxmlformats.org/presentationml/2006/main">
  <p:tag name="KSO_WM_UNIT_TEXT_FILL_FORE_SCHEMECOLOR_INDEX" val="5"/>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2"/>
  <p:tag name="KSO_WM_UNIT_ID" val="custom20191224_4*l_h_i*1_4_2"/>
  <p:tag name="KSO_WM_TEMPLATE_CATEGORY" val="custom"/>
  <p:tag name="KSO_WM_TEMPLATE_INDEX" val="20191224"/>
  <p:tag name="KSO_WM_UNIT_LAYERLEVEL" val="1_1_1"/>
  <p:tag name="KSO_WM_TAG_VERSION" val="1.0"/>
  <p:tag name="KSO_WM_BEAUTIFY_FLAG" val="#wm#"/>
  <p:tag name="KSO_WM_DIAGRAM_VIRTUALLY_FRAME" val="{&quot;height&quot;:333.27968503937007,&quot;left&quot;:153,&quot;top&quot;:138.7203149606299,&quot;width&quot;:654}"/>
</p:tagLst>
</file>

<file path=ppt/tags/tag322.xml><?xml version="1.0" encoding="utf-8"?>
<p:tagLst xmlns:p="http://schemas.openxmlformats.org/presentationml/2006/main">
  <p:tag name="KSO_WM_UNIT_LINE_FORE_SCHEMECOLOR_INDEX" val="5"/>
  <p:tag name="KSO_WM_UNIT_LINE_FILL_TYPE" val="2"/>
  <p:tag name="KSO_WM_UNIT_TEXT_FILL_FORE_SCHEMECOLOR_INDEX" val="2"/>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191224_4*l_h_i*1_1_1"/>
  <p:tag name="KSO_WM_TEMPLATE_CATEGORY" val="custom"/>
  <p:tag name="KSO_WM_TEMPLATE_INDEX" val="20191224"/>
  <p:tag name="KSO_WM_UNIT_LAYERLEVEL" val="1_1_1"/>
  <p:tag name="KSO_WM_TAG_VERSION" val="1.0"/>
  <p:tag name="KSO_WM_BEAUTIFY_FLAG" val="#wm#"/>
  <p:tag name="KSO_WM_DIAGRAM_VIRTUALLY_FRAME" val="{&quot;height&quot;:333.27968503937007,&quot;left&quot;:153,&quot;top&quot;:138.7203149606299,&quot;width&quot;:654}"/>
</p:tagLst>
</file>

<file path=ppt/tags/tag323.xml><?xml version="1.0" encoding="utf-8"?>
<p:tagLst xmlns:p="http://schemas.openxmlformats.org/presentationml/2006/main">
  <p:tag name="KSO_WM_UNIT_TEXT_FILL_FORE_SCHEMECOLOR_INDEX" val="13"/>
  <p:tag name="KSO_WM_UNIT_TEXT_FILL_TYPE" val="1"/>
  <p:tag name="KSO_WM_UNIT_USESOURCEFORMAT_APPLY" val="1"/>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191224_4*l_h_a*1_1_1"/>
  <p:tag name="KSO_WM_TEMPLATE_CATEGORY" val="custom"/>
  <p:tag name="KSO_WM_TEMPLATE_INDEX" val="20191224"/>
  <p:tag name="KSO_WM_UNIT_LAYERLEVEL" val="1_1_1"/>
  <p:tag name="KSO_WM_TAG_VERSION" val="1.0"/>
  <p:tag name="KSO_WM_BEAUTIFY_FLAG" val="#wm#"/>
  <p:tag name="KSO_WM_UNIT_PRESET_TEXT" val="单击此处添加标题"/>
  <p:tag name="KSO_WM_UNIT_ISNUMDGMTITLE" val="0"/>
  <p:tag name="KSO_WM_DIAGRAM_VIRTUALLY_FRAME" val="{&quot;height&quot;:333.27968503937007,&quot;left&quot;:153,&quot;top&quot;:138.7203149606299,&quot;width&quot;:654}"/>
</p:tagLst>
</file>

<file path=ppt/tags/tag324.xml><?xml version="1.0" encoding="utf-8"?>
<p:tagLst xmlns:p="http://schemas.openxmlformats.org/presentationml/2006/main">
  <p:tag name="KSO_WM_UNIT_TEXT_FILL_FORE_SCHEMECOLOR_INDEX" val="13"/>
  <p:tag name="KSO_WM_UNIT_TEXT_FILL_TYPE" val="1"/>
  <p:tag name="KSO_WM_UNIT_USESOURCEFORMAT_APPLY"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191224_4*l_h_f*1_1_1"/>
  <p:tag name="KSO_WM_TEMPLATE_CATEGORY" val="custom"/>
  <p:tag name="KSO_WM_TEMPLATE_INDEX" val="20191224"/>
  <p:tag name="KSO_WM_UNIT_LAYERLEVEL" val="1_1_1"/>
  <p:tag name="KSO_WM_TAG_VERSION" val="1.0"/>
  <p:tag name="KSO_WM_BEAUTIFY_FLAG" val="#wm#"/>
  <p:tag name="KSO_WM_UNIT_PRESET_TEXT" val="单击此处输入你的正文，文字是您思想的提炼，请尽量言简意赅的阐述观点"/>
  <p:tag name="KSO_WM_UNIT_SUBTYPE" val="a"/>
  <p:tag name="KSO_WM_DIAGRAM_VIRTUALLY_FRAME" val="{&quot;height&quot;:333.27968503937007,&quot;left&quot;:153,&quot;top&quot;:138.7203149606299,&quot;width&quot;:654}"/>
</p:tagLst>
</file>

<file path=ppt/tags/tag325.xml><?xml version="1.0" encoding="utf-8"?>
<p:tagLst xmlns:p="http://schemas.openxmlformats.org/presentationml/2006/main">
  <p:tag name="KSO_WM_UNIT_TEXT_FILL_FORE_SCHEMECOLOR_INDEX" val="5"/>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custom20191224_4*l_h_i*1_1_2"/>
  <p:tag name="KSO_WM_TEMPLATE_CATEGORY" val="custom"/>
  <p:tag name="KSO_WM_TEMPLATE_INDEX" val="20191224"/>
  <p:tag name="KSO_WM_UNIT_LAYERLEVEL" val="1_1_1"/>
  <p:tag name="KSO_WM_TAG_VERSION" val="1.0"/>
  <p:tag name="KSO_WM_BEAUTIFY_FLAG" val="#wm#"/>
  <p:tag name="KSO_WM_DIAGRAM_VIRTUALLY_FRAME" val="{&quot;height&quot;:333.27968503937007,&quot;left&quot;:153,&quot;top&quot;:138.7203149606299,&quot;width&quot;:654}"/>
</p:tagLst>
</file>

<file path=ppt/tags/tag326.xml><?xml version="1.0" encoding="utf-8"?>
<p:tagLst xmlns:p="http://schemas.openxmlformats.org/presentationml/2006/main">
  <p:tag name="KSO_WM_UNIT_LINE_FORE_SCHEMECOLOR_INDEX" val="5"/>
  <p:tag name="KSO_WM_UNIT_LINE_FILL_TYPE" val="2"/>
  <p:tag name="KSO_WM_UNIT_TEXT_FILL_FORE_SCHEMECOLOR_INDEX" val="2"/>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191224_4*l_h_i*1_2_1"/>
  <p:tag name="KSO_WM_TEMPLATE_CATEGORY" val="custom"/>
  <p:tag name="KSO_WM_TEMPLATE_INDEX" val="20191224"/>
  <p:tag name="KSO_WM_UNIT_LAYERLEVEL" val="1_1_1"/>
  <p:tag name="KSO_WM_TAG_VERSION" val="1.0"/>
  <p:tag name="KSO_WM_BEAUTIFY_FLAG" val="#wm#"/>
  <p:tag name="KSO_WM_DIAGRAM_VIRTUALLY_FRAME" val="{&quot;height&quot;:333.27968503937007,&quot;left&quot;:153,&quot;top&quot;:138.7203149606299,&quot;width&quot;:654}"/>
</p:tagLst>
</file>

<file path=ppt/tags/tag327.xml><?xml version="1.0" encoding="utf-8"?>
<p:tagLst xmlns:p="http://schemas.openxmlformats.org/presentationml/2006/main">
  <p:tag name="KSO_WM_UNIT_TEXT_FILL_FORE_SCHEMECOLOR_INDEX" val="13"/>
  <p:tag name="KSO_WM_UNIT_TEXT_FILL_TYPE" val="1"/>
  <p:tag name="KSO_WM_UNIT_USESOURCEFORMAT_APPLY" val="1"/>
  <p:tag name="KSO_WM_UNIT_ISCONTENTS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191224_4*l_h_a*1_2_1"/>
  <p:tag name="KSO_WM_TEMPLATE_CATEGORY" val="custom"/>
  <p:tag name="KSO_WM_TEMPLATE_INDEX" val="20191224"/>
  <p:tag name="KSO_WM_UNIT_LAYERLEVEL" val="1_1_1"/>
  <p:tag name="KSO_WM_TAG_VERSION" val="1.0"/>
  <p:tag name="KSO_WM_BEAUTIFY_FLAG" val="#wm#"/>
  <p:tag name="KSO_WM_UNIT_PRESET_TEXT" val="单击此处添加标题"/>
  <p:tag name="KSO_WM_UNIT_ISNUMDGMTITLE" val="0"/>
  <p:tag name="KSO_WM_DIAGRAM_VIRTUALLY_FRAME" val="{&quot;height&quot;:333.27968503937007,&quot;left&quot;:153,&quot;top&quot;:138.7203149606299,&quot;width&quot;:654}"/>
</p:tagLst>
</file>

<file path=ppt/tags/tag328.xml><?xml version="1.0" encoding="utf-8"?>
<p:tagLst xmlns:p="http://schemas.openxmlformats.org/presentationml/2006/main">
  <p:tag name="KSO_WM_UNIT_TEXT_FILL_FORE_SCHEMECOLOR_INDEX" val="13"/>
  <p:tag name="KSO_WM_UNIT_TEXT_FILL_TYPE" val="1"/>
  <p:tag name="KSO_WM_UNIT_USESOURCEFORMAT_APPLY"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191224_4*l_h_f*1_2_1"/>
  <p:tag name="KSO_WM_TEMPLATE_CATEGORY" val="custom"/>
  <p:tag name="KSO_WM_TEMPLATE_INDEX" val="20191224"/>
  <p:tag name="KSO_WM_UNIT_LAYERLEVEL" val="1_1_1"/>
  <p:tag name="KSO_WM_TAG_VERSION" val="1.0"/>
  <p:tag name="KSO_WM_BEAUTIFY_FLAG" val="#wm#"/>
  <p:tag name="KSO_WM_UNIT_PRESET_TEXT" val="单击此处输入你的正文，文字是您思想的提炼，请尽量言简意赅的阐述观点"/>
  <p:tag name="KSO_WM_UNIT_SUBTYPE" val="a"/>
  <p:tag name="KSO_WM_DIAGRAM_VIRTUALLY_FRAME" val="{&quot;height&quot;:333.27968503937007,&quot;left&quot;:153,&quot;top&quot;:138.7203149606299,&quot;width&quot;:654}"/>
</p:tagLst>
</file>

<file path=ppt/tags/tag329.xml><?xml version="1.0" encoding="utf-8"?>
<p:tagLst xmlns:p="http://schemas.openxmlformats.org/presentationml/2006/main">
  <p:tag name="KSO_WM_UNIT_TEXT_FILL_FORE_SCHEMECOLOR_INDEX" val="5"/>
  <p:tag name="KSO_WM_UNIT_TEXT_FILL_TYPE" val="1"/>
  <p:tag name="KSO_WM_UNIT_USESOURCEFORMAT_APPLY" val="1"/>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custom20191224_4*l_h_i*1_2_2"/>
  <p:tag name="KSO_WM_TEMPLATE_CATEGORY" val="custom"/>
  <p:tag name="KSO_WM_TEMPLATE_INDEX" val="20191224"/>
  <p:tag name="KSO_WM_UNIT_LAYERLEVEL" val="1_1_1"/>
  <p:tag name="KSO_WM_TAG_VERSION" val="1.0"/>
  <p:tag name="KSO_WM_BEAUTIFY_FLAG" val="#wm#"/>
  <p:tag name="KSO_WM_DIAGRAM_VIRTUALLY_FRAME" val="{&quot;height&quot;:333.27968503937007,&quot;left&quot;:153,&quot;top&quot;:138.7203149606299,&quot;width&quot;:654}"/>
</p:tagLst>
</file>

<file path=ppt/tags/tag330.xml><?xml version="1.0" encoding="utf-8"?>
<p:tagLst xmlns:p="http://schemas.openxmlformats.org/presentationml/2006/main">
  <p:tag name="KSO_WM_TEMPLATE_CATEGORY" val="custom"/>
  <p:tag name="KSO_WM_TEMPLATE_INDEX" val="20191224"/>
  <p:tag name="KSO_WM_UNIT_TYPE" val="f"/>
  <p:tag name="KSO_WM_UNIT_INDEX" val="1"/>
  <p:tag name="KSO_WM_UNIT_ID" val="custom20191224_12*f*1"/>
  <p:tag name="KSO_WM_UNIT_LAYERLEVEL" val="1"/>
  <p:tag name="KSO_WM_UNIT_VALUE" val="189"/>
  <p:tag name="KSO_WM_UNIT_HIGHLIGHT" val="0"/>
  <p:tag name="KSO_WM_UNIT_COMPATIBLE" val="0"/>
  <p:tag name="KSO_WM_BEAUTIFY_FLAG" val="#wm#"/>
  <p:tag name="KSO_WM_TAG_VERSION" val="1.0"/>
  <p:tag name="KSO_WM_UNIT_PRESET_TEXT" val="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
  <p:tag name="KSO_WM_UNIT_DIAGRAM_ISNUMVISUAL" val="0"/>
  <p:tag name="KSO_WM_UNIT_DIAGRAM_ISREFERUNIT" val="0"/>
  <p:tag name="KSO_WM_UNIT_NOCLEAR" val="0"/>
  <p:tag name="KSO_WM_UNIT_SUBTYPE" val="a"/>
</p:tagLst>
</file>

<file path=ppt/tags/tag331.xml><?xml version="1.0" encoding="utf-8"?>
<p:tagLst xmlns:p="http://schemas.openxmlformats.org/presentationml/2006/main">
  <p:tag name="KSO_WM_TAG_VERSION" val="1.0"/>
  <p:tag name="KSO_WM_BEAUTIFY_FLAG" val="#wm#"/>
  <p:tag name="KSO_WM_UNIT_TYPE" val="i"/>
  <p:tag name="KSO_WM_UNIT_ID" val="custom20191224_12*i*1"/>
  <p:tag name="KSO_WM_TEMPLATE_CATEGORY" val="custom"/>
  <p:tag name="KSO_WM_TEMPLATE_INDEX" val="20191224"/>
  <p:tag name="KSO_WM_UNIT_INDEX" val="1"/>
  <p:tag name="KSO_WM_UNIT_HIGHLIGHT" val="0"/>
  <p:tag name="KSO_WM_UNIT_COMPATIBLE" val="0"/>
  <p:tag name="KSO_WM_UNIT_DIAGRAM_ISNUMVISUAL" val="0"/>
  <p:tag name="KSO_WM_UNIT_DIAGRAM_ISREFERUNIT" val="0"/>
  <p:tag name="KSO_WM_UNIT_LAYERLEVEL" val="1"/>
</p:tagLst>
</file>

<file path=ppt/tags/tag332.xml><?xml version="1.0" encoding="utf-8"?>
<p:tagLst xmlns:p="http://schemas.openxmlformats.org/presentationml/2006/main">
  <p:tag name="KSO_WM_UNIT_PLACING_PICTURE_USER_VIEWPORT" val="{&quot;height&quot;:5640,&quot;width&quot;:5172}"/>
</p:tagLst>
</file>

<file path=ppt/tags/tag333.xml><?xml version="1.0" encoding="utf-8"?>
<p:tagLst xmlns:p="http://schemas.openxmlformats.org/presentationml/2006/main">
  <p:tag name="KSO_WM_UNIT_HIGHLIGHT" val="0"/>
  <p:tag name="KSO_WM_UNIT_COMPATIBLE" val="0"/>
  <p:tag name="KSO_WM_DIAGRAM_GROUP_CODE" val="l1-1"/>
  <p:tag name="KSO_WM_UNIT_TYPE" val="l_h_i"/>
  <p:tag name="KSO_WM_UNIT_INDEX" val="1_1_1"/>
  <p:tag name="KSO_WM_UNIT_ID" val="diagram20191683_1*l_h_i*1_1_1"/>
  <p:tag name="KSO_WM_TEMPLATE_CATEGORY" val="diagram"/>
  <p:tag name="KSO_WM_TEMPLATE_INDEX" val="20191683"/>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0"/>
</p:tagLst>
</file>

<file path=ppt/tags/tag334.xml><?xml version="1.0" encoding="utf-8"?>
<p:tagLst xmlns:p="http://schemas.openxmlformats.org/presentationml/2006/main">
  <p:tag name="KSO_WM_UNIT_HIGHLIGHT" val="0"/>
  <p:tag name="KSO_WM_UNIT_COMPATIBLE" val="0"/>
  <p:tag name="KSO_WM_DIAGRAM_GROUP_CODE" val="l1-1"/>
  <p:tag name="KSO_WM_UNIT_TYPE" val="l_h_i"/>
  <p:tag name="KSO_WM_UNIT_INDEX" val="1_1_2"/>
  <p:tag name="KSO_WM_UNIT_ID" val="diagram20191683_1*l_h_i*1_1_2"/>
  <p:tag name="KSO_WM_TEMPLATE_CATEGORY" val="diagram"/>
  <p:tag name="KSO_WM_TEMPLATE_INDEX" val="20191683"/>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0"/>
</p:tagLst>
</file>

<file path=ppt/tags/tag335.xml><?xml version="1.0" encoding="utf-8"?>
<p:tagLst xmlns:p="http://schemas.openxmlformats.org/presentationml/2006/main">
  <p:tag name="KSO_WM_UNIT_HIGHLIGHT" val="0"/>
  <p:tag name="KSO_WM_UNIT_COMPATIBLE" val="0"/>
  <p:tag name="KSO_WM_DIAGRAM_GROUP_CODE" val="l1-1"/>
  <p:tag name="KSO_WM_UNIT_TYPE" val="l_h_f"/>
  <p:tag name="KSO_WM_UNIT_INDEX" val="1_1_1"/>
  <p:tag name="KSO_WM_UNIT_ID" val="diagram20191683_1*l_h_f*1_1_1"/>
  <p:tag name="KSO_WM_TEMPLATE_CATEGORY" val="diagram"/>
  <p:tag name="KSO_WM_TEMPLATE_INDEX" val="20191683"/>
  <p:tag name="KSO_WM_UNIT_LAYERLEVEL" val="1_1_1"/>
  <p:tag name="KSO_WM_TAG_VERSION" val="1.0"/>
  <p:tag name="KSO_WM_BEAUTIFY_FLAG" val="#wm#"/>
  <p:tag name="KSO_WM_UNIT_PRESET_TEXT" val="添加小标题"/>
  <p:tag name="KSO_WM_UNIT_VALUE" val="10"/>
  <p:tag name="KSO_WM_UNIT_LINE_FORE_SCHEMECOLOR_INDEX" val="14"/>
  <p:tag name="KSO_WM_UNIT_LINE_FILL_TYPE" val="2"/>
  <p:tag name="KSO_WM_UNIT_TEXT_FILL_FORE_SCHEMECOLOR_INDEX" val="13"/>
  <p:tag name="KSO_WM_UNIT_TEXT_FILL_TYPE" val="1"/>
  <p:tag name="KSO_WM_UNIT_USESOURCEFORMAT_APPLY" val="0"/>
</p:tagLst>
</file>

<file path=ppt/tags/tag336.xml><?xml version="1.0" encoding="utf-8"?>
<p:tagLst xmlns:p="http://schemas.openxmlformats.org/presentationml/2006/main">
  <p:tag name="KSO_WM_UNIT_HIGHLIGHT" val="0"/>
  <p:tag name="KSO_WM_UNIT_COMPATIBLE" val="0"/>
  <p:tag name="KSO_WM_DIAGRAM_GROUP_CODE" val="l1-1"/>
  <p:tag name="KSO_WM_UNIT_TYPE" val="l_h_f"/>
  <p:tag name="KSO_WM_UNIT_INDEX" val="1_2_1"/>
  <p:tag name="KSO_WM_UNIT_ID" val="diagram20191683_1*l_h_f*1_2_1"/>
  <p:tag name="KSO_WM_TEMPLATE_CATEGORY" val="diagram"/>
  <p:tag name="KSO_WM_TEMPLATE_INDEX" val="20191683"/>
  <p:tag name="KSO_WM_UNIT_LAYERLEVEL" val="1_1_1"/>
  <p:tag name="KSO_WM_TAG_VERSION" val="1.0"/>
  <p:tag name="KSO_WM_BEAUTIFY_FLAG" val="#wm#"/>
  <p:tag name="KSO_WM_UNIT_PRESET_TEXT" val="添加小标题"/>
  <p:tag name="KSO_WM_UNIT_VALUE" val="10"/>
  <p:tag name="KSO_WM_UNIT_TEXT_FILL_FORE_SCHEMECOLOR_INDEX" val="13"/>
  <p:tag name="KSO_WM_UNIT_TEXT_FILL_TYPE" val="1"/>
  <p:tag name="KSO_WM_UNIT_USESOURCEFORMAT_APPLY" val="0"/>
</p:tagLst>
</file>

<file path=ppt/tags/tag337.xml><?xml version="1.0" encoding="utf-8"?>
<p:tagLst xmlns:p="http://schemas.openxmlformats.org/presentationml/2006/main">
  <p:tag name="KSO_WM_UNIT_HIGHLIGHT" val="0"/>
  <p:tag name="KSO_WM_UNIT_COMPATIBLE" val="0"/>
  <p:tag name="KSO_WM_DIAGRAM_GROUP_CODE" val="l1-1"/>
  <p:tag name="KSO_WM_UNIT_TYPE" val="l_h_f"/>
  <p:tag name="KSO_WM_UNIT_INDEX" val="1_3_1"/>
  <p:tag name="KSO_WM_UNIT_ID" val="diagram20191683_1*l_h_f*1_3_1"/>
  <p:tag name="KSO_WM_TEMPLATE_CATEGORY" val="diagram"/>
  <p:tag name="KSO_WM_TEMPLATE_INDEX" val="20191683"/>
  <p:tag name="KSO_WM_UNIT_LAYERLEVEL" val="1_1_1"/>
  <p:tag name="KSO_WM_TAG_VERSION" val="1.0"/>
  <p:tag name="KSO_WM_BEAUTIFY_FLAG" val="#wm#"/>
  <p:tag name="KSO_WM_UNIT_PRESET_TEXT" val="添加小标题"/>
  <p:tag name="KSO_WM_UNIT_VALUE" val="10"/>
  <p:tag name="KSO_WM_UNIT_TEXT_FILL_FORE_SCHEMECOLOR_INDEX" val="13"/>
  <p:tag name="KSO_WM_UNIT_TEXT_FILL_TYPE" val="1"/>
  <p:tag name="KSO_WM_UNIT_USESOURCEFORMAT_APPLY" val="0"/>
</p:tagLst>
</file>

<file path=ppt/tags/tag338.xml><?xml version="1.0" encoding="utf-8"?>
<p:tagLst xmlns:p="http://schemas.openxmlformats.org/presentationml/2006/main">
  <p:tag name="KSO_WM_UNIT_ISCONTENTSTITLE" val="0"/>
  <p:tag name="KSO_WM_UNIT_VALUE" val="12"/>
  <p:tag name="KSO_WM_UNIT_HIGHLIGHT" val="0"/>
  <p:tag name="KSO_WM_UNIT_COMPATIBLE" val="0"/>
  <p:tag name="KSO_WM_DIAGRAM_GROUP_CODE" val="l1-1"/>
  <p:tag name="KSO_WM_UNIT_TYPE" val="a"/>
  <p:tag name="KSO_WM_UNIT_INDEX" val="1"/>
  <p:tag name="KSO_WM_UNIT_ID" val="diagram20191683_1*a*1"/>
  <p:tag name="KSO_WM_TEMPLATE_CATEGORY" val="diagram"/>
  <p:tag name="KSO_WM_TEMPLATE_INDEX" val="20191683"/>
  <p:tag name="KSO_WM_UNIT_LAYERLEVEL" val="1"/>
  <p:tag name="KSO_WM_TAG_VERSION" val="1.0"/>
  <p:tag name="KSO_WM_BEAUTIFY_FLAG" val="#wm#"/>
  <p:tag name="KSO_WM_UNIT_PRESET_TEXT" val="添加你的大标题"/>
  <p:tag name="KSO_WM_UNIT_TEXT_FILL_FORE_SCHEMECOLOR_INDEX" val="13"/>
  <p:tag name="KSO_WM_UNIT_TEXT_FILL_TYPE" val="1"/>
  <p:tag name="KSO_WM_UNIT_USESOURCEFORMAT_APPLY" val="0"/>
</p:tagLst>
</file>

<file path=ppt/tags/tag339.xml><?xml version="1.0" encoding="utf-8"?>
<p:tagLst xmlns:p="http://schemas.openxmlformats.org/presentationml/2006/main">
  <p:tag name="KSO_WM_UNIT_HIGHLIGHT" val="0"/>
  <p:tag name="KSO_WM_UNIT_COMPATIBLE" val="0"/>
  <p:tag name="KSO_WM_DIAGRAM_GROUP_CODE" val="l1-1"/>
  <p:tag name="KSO_WM_UNIT_TYPE" val="l_h_i"/>
  <p:tag name="KSO_WM_UNIT_INDEX" val="1_2_1"/>
  <p:tag name="KSO_WM_UNIT_ID" val="diagram20191683_1*l_h_i*1_2_1"/>
  <p:tag name="KSO_WM_TEMPLATE_CATEGORY" val="diagram"/>
  <p:tag name="KSO_WM_TEMPLATE_INDEX" val="20191683"/>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0"/>
</p:tagLst>
</file>

<file path=ppt/tags/tag340.xml><?xml version="1.0" encoding="utf-8"?>
<p:tagLst xmlns:p="http://schemas.openxmlformats.org/presentationml/2006/main">
  <p:tag name="KSO_WM_UNIT_HIGHLIGHT" val="0"/>
  <p:tag name="KSO_WM_UNIT_COMPATIBLE" val="0"/>
  <p:tag name="KSO_WM_DIAGRAM_GROUP_CODE" val="l1-1"/>
  <p:tag name="KSO_WM_UNIT_TYPE" val="l_h_i"/>
  <p:tag name="KSO_WM_UNIT_INDEX" val="1_2_2"/>
  <p:tag name="KSO_WM_UNIT_ID" val="diagram20191683_1*l_h_i*1_2_2"/>
  <p:tag name="KSO_WM_TEMPLATE_CATEGORY" val="diagram"/>
  <p:tag name="KSO_WM_TEMPLATE_INDEX" val="20191683"/>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0"/>
</p:tagLst>
</file>

<file path=ppt/tags/tag341.xml><?xml version="1.0" encoding="utf-8"?>
<p:tagLst xmlns:p="http://schemas.openxmlformats.org/presentationml/2006/main">
  <p:tag name="KSO_WM_UNIT_HIGHLIGHT" val="0"/>
  <p:tag name="KSO_WM_UNIT_COMPATIBLE" val="0"/>
  <p:tag name="KSO_WM_DIAGRAM_GROUP_CODE" val="l1-1"/>
  <p:tag name="KSO_WM_UNIT_TYPE" val="l_h_i"/>
  <p:tag name="KSO_WM_UNIT_INDEX" val="1_3_1"/>
  <p:tag name="KSO_WM_UNIT_ID" val="diagram20191683_1*l_h_i*1_3_1"/>
  <p:tag name="KSO_WM_TEMPLATE_CATEGORY" val="diagram"/>
  <p:tag name="KSO_WM_TEMPLATE_INDEX" val="20191683"/>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0"/>
</p:tagLst>
</file>

<file path=ppt/tags/tag342.xml><?xml version="1.0" encoding="utf-8"?>
<p:tagLst xmlns:p="http://schemas.openxmlformats.org/presentationml/2006/main">
  <p:tag name="KSO_WM_UNIT_HIGHLIGHT" val="0"/>
  <p:tag name="KSO_WM_UNIT_COMPATIBLE" val="0"/>
  <p:tag name="KSO_WM_DIAGRAM_GROUP_CODE" val="l1-1"/>
  <p:tag name="KSO_WM_UNIT_TYPE" val="l_h_i"/>
  <p:tag name="KSO_WM_UNIT_INDEX" val="1_3_2"/>
  <p:tag name="KSO_WM_UNIT_ID" val="diagram20191683_1*l_h_i*1_3_2"/>
  <p:tag name="KSO_WM_TEMPLATE_CATEGORY" val="diagram"/>
  <p:tag name="KSO_WM_TEMPLATE_INDEX" val="20191683"/>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0"/>
</p:tagLst>
</file>

<file path=ppt/tags/tag343.xml><?xml version="1.0" encoding="utf-8"?>
<p:tagLst xmlns:p="http://schemas.openxmlformats.org/presentationml/2006/main">
  <p:tag name="KSO_WM_TEMPLATE_CATEGORY" val="custom"/>
  <p:tag name="KSO_WM_TEMPLATE_INDEX" val="20191224"/>
  <p:tag name="KSO_WM_UNIT_TYPE" val="a"/>
  <p:tag name="KSO_WM_UNIT_INDEX" val="1"/>
  <p:tag name="KSO_WM_UNIT_ID" val="custom20191224_13*a*1"/>
  <p:tag name="KSO_WM_UNIT_LAYERLEVEL" val="1"/>
  <p:tag name="KSO_WM_UNIT_VALUE" val="14"/>
  <p:tag name="KSO_WM_UNIT_ISCONTENTSTITLE" val="0"/>
  <p:tag name="KSO_WM_UNIT_HIGHLIGHT" val="0"/>
  <p:tag name="KSO_WM_UNIT_COMPATIBLE" val="0"/>
  <p:tag name="KSO_WM_BEAUTIFY_FLAG" val="#wm#"/>
  <p:tag name="KSO_WM_TAG_VERSION" val="1.0"/>
  <p:tag name="KSO_WM_UNIT_PRESET_TEXT" val="单击此处添加标题"/>
  <p:tag name="KSO_WM_UNIT_DIAGRAM_ISNUMVISUAL" val="0"/>
  <p:tag name="KSO_WM_UNIT_DIAGRAM_ISREFERUNIT" val="0"/>
  <p:tag name="KSO_WM_UNIT_NOCLEAR" val="0"/>
  <p:tag name="KSO_WM_UNIT_ISNUMDGMTITLE" val="0"/>
</p:tagLst>
</file>

<file path=ppt/tags/tag344.xml><?xml version="1.0" encoding="utf-8"?>
<p:tagLst xmlns:p="http://schemas.openxmlformats.org/presentationml/2006/main">
  <p:tag name="KSO_WM_TEMPLATE_CATEGORY" val="custom"/>
  <p:tag name="KSO_WM_TEMPLATE_INDEX" val="20191224"/>
  <p:tag name="KSO_WM_UNIT_TYPE" val="f"/>
  <p:tag name="KSO_WM_UNIT_INDEX" val="1"/>
  <p:tag name="KSO_WM_UNIT_ID" val="custom20191224_13*f*1"/>
  <p:tag name="KSO_WM_UNIT_LAYERLEVEL" val="1"/>
  <p:tag name="KSO_WM_UNIT_VALUE" val="171"/>
  <p:tag name="KSO_WM_UNIT_HIGHLIGHT" val="0"/>
  <p:tag name="KSO_WM_UNIT_COMPATIBLE" val="0"/>
  <p:tag name="KSO_WM_BEAUTIFY_FLAG" val="#wm#"/>
  <p:tag name="KSO_WM_TAG_VERSION" val="1.0"/>
  <p:tag name="KSO_WM_UNIT_PRESET_TEXT" val="单击此处添加文本具体内容，简明扼要的阐述您的观点。&#10;根据需要可酌情增减文字，以便观者准确的理解您传达的思想。"/>
  <p:tag name="KSO_WM_UNIT_DIAGRAM_ISNUMVISUAL" val="0"/>
  <p:tag name="KSO_WM_UNIT_DIAGRAM_ISREFERUNIT" val="0"/>
  <p:tag name="KSO_WM_UNIT_NOCLEAR" val="0"/>
  <p:tag name="KSO_WM_UNIT_SUBTYPE" val="a"/>
</p:tagLst>
</file>

<file path=ppt/tags/tag345.xml><?xml version="1.0" encoding="utf-8"?>
<p:tagLst xmlns:p="http://schemas.openxmlformats.org/presentationml/2006/main">
  <p:tag name="KSO_WM_TEMPLATE_CATEGORY" val="custom"/>
  <p:tag name="KSO_WM_TEMPLATE_INDEX" val="20191224"/>
  <p:tag name="KSO_WM_UNIT_TYPE" val="a"/>
  <p:tag name="KSO_WM_UNIT_INDEX" val="1"/>
  <p:tag name="KSO_WM_UNIT_ID" val="custom20191224_13*a*1"/>
  <p:tag name="KSO_WM_UNIT_LAYERLEVEL" val="1"/>
  <p:tag name="KSO_WM_UNIT_VALUE" val="14"/>
  <p:tag name="KSO_WM_UNIT_ISCONTENTSTITLE" val="0"/>
  <p:tag name="KSO_WM_UNIT_HIGHLIGHT" val="0"/>
  <p:tag name="KSO_WM_UNIT_COMPATIBLE" val="0"/>
  <p:tag name="KSO_WM_BEAUTIFY_FLAG" val="#wm#"/>
  <p:tag name="KSO_WM_TAG_VERSION" val="1.0"/>
  <p:tag name="KSO_WM_UNIT_PRESET_TEXT" val="单击此处添加标题"/>
  <p:tag name="KSO_WM_UNIT_DIAGRAM_ISNUMVISUAL" val="0"/>
  <p:tag name="KSO_WM_UNIT_DIAGRAM_ISREFERUNIT" val="0"/>
  <p:tag name="KSO_WM_UNIT_NOCLEAR" val="0"/>
  <p:tag name="KSO_WM_UNIT_ISNUMDGMTITLE" val="0"/>
</p:tagLst>
</file>

<file path=ppt/tags/tag346.xml><?xml version="1.0" encoding="utf-8"?>
<p:tagLst xmlns:p="http://schemas.openxmlformats.org/presentationml/2006/main">
  <p:tag name="KSO_WM_TAG_VERSION" val="1.0"/>
  <p:tag name="KSO_WM_BEAUTIFY_FLAG" val="#wm#"/>
  <p:tag name="KSO_WM_TEMPLATE_CATEGORY" val="diagram"/>
  <p:tag name="KSO_WM_TEMPLATE_INDEX" val="160360"/>
  <p:tag name="KSO_WM_UNIT_TYPE" val="l_h_f"/>
  <p:tag name="KSO_WM_UNIT_INDEX" val="1_1_1"/>
  <p:tag name="KSO_WM_UNIT_ID" val="diagram160360_2*l_h_f*1_1_1"/>
  <p:tag name="KSO_WM_UNIT_CLEAR" val="1"/>
  <p:tag name="KSO_WM_UNIT_LAYERLEVEL" val="1_1_1"/>
  <p:tag name="KSO_WM_UNIT_VALUE" val="90"/>
  <p:tag name="KSO_WM_UNIT_HIGHLIGHT" val="0"/>
  <p:tag name="KSO_WM_UNIT_COMPATIBLE" val="0"/>
  <p:tag name="KSO_WM_UNIT_PRESET_TEXT_INDEX" val="4"/>
  <p:tag name="KSO_WM_UNIT_PRESET_TEXT_LEN" val="57"/>
  <p:tag name="KSO_WM_DIAGRAM_GROUP_CODE" val="l1-1"/>
  <p:tag name="KSO_WM_UNIT_FILL_FORE_SCHEMECOLOR_INDEX" val="5"/>
  <p:tag name="KSO_WM_UNIT_FILL_TYPE" val="1"/>
  <p:tag name="KSO_WM_UNIT_TEXT_FILL_FORE_SCHEMECOLOR_INDEX" val="5"/>
  <p:tag name="KSO_WM_UNIT_TEXT_FILL_TYPE" val="1"/>
  <p:tag name="KSO_WM_UNIT_USESOURCEFORMAT_APPLY" val="0"/>
  <p:tag name="KSO_WM_DIAGRAM_VIRTUALLY_FRAME" val="{&quot;height&quot;:256.93629921259844,&quot;left&quot;:96.72622047244094,&quot;top&quot;:170.52385826771655,&quot;width&quot;:256.9361417322835}"/>
</p:tagLst>
</file>

<file path=ppt/tags/tag347.xml><?xml version="1.0" encoding="utf-8"?>
<p:tagLst xmlns:p="http://schemas.openxmlformats.org/presentationml/2006/main">
  <p:tag name="KSO_WM_TEMPLATE_CATEGORY" val="custom"/>
  <p:tag name="KSO_WM_TEMPLATE_INDEX" val="20191224"/>
  <p:tag name="KSO_WM_UNIT_TYPE" val="a"/>
  <p:tag name="KSO_WM_UNIT_INDEX" val="1"/>
  <p:tag name="KSO_WM_UNIT_ID" val="custom20191224_13*a*1"/>
  <p:tag name="KSO_WM_UNIT_LAYERLEVEL" val="1"/>
  <p:tag name="KSO_WM_UNIT_VALUE" val="14"/>
  <p:tag name="KSO_WM_UNIT_ISCONTENTSTITLE" val="0"/>
  <p:tag name="KSO_WM_UNIT_HIGHLIGHT" val="0"/>
  <p:tag name="KSO_WM_UNIT_COMPATIBLE" val="0"/>
  <p:tag name="KSO_WM_BEAUTIFY_FLAG" val="#wm#"/>
  <p:tag name="KSO_WM_TAG_VERSION" val="1.0"/>
  <p:tag name="KSO_WM_UNIT_PRESET_TEXT" val="单击此处添加标题"/>
  <p:tag name="KSO_WM_UNIT_DIAGRAM_ISNUMVISUAL" val="0"/>
  <p:tag name="KSO_WM_UNIT_DIAGRAM_ISREFERUNIT" val="0"/>
  <p:tag name="KSO_WM_UNIT_NOCLEAR" val="0"/>
  <p:tag name="KSO_WM_UNIT_ISNUMDGMTITLE" val="0"/>
</p:tagLst>
</file>

<file path=ppt/tags/tag348.xml><?xml version="1.0" encoding="utf-8"?>
<p:tagLst xmlns:p="http://schemas.openxmlformats.org/presentationml/2006/main">
  <p:tag name="KSO_WM_TEMPLATE_CATEGORY" val="custom"/>
  <p:tag name="KSO_WM_TEMPLATE_INDEX" val="20191224"/>
  <p:tag name="KSO_WM_UNIT_TYPE" val="f"/>
  <p:tag name="KSO_WM_UNIT_INDEX" val="1"/>
  <p:tag name="KSO_WM_UNIT_ID" val="custom20191224_13*f*1"/>
  <p:tag name="KSO_WM_UNIT_LAYERLEVEL" val="1"/>
  <p:tag name="KSO_WM_UNIT_VALUE" val="171"/>
  <p:tag name="KSO_WM_UNIT_HIGHLIGHT" val="0"/>
  <p:tag name="KSO_WM_UNIT_COMPATIBLE" val="0"/>
  <p:tag name="KSO_WM_BEAUTIFY_FLAG" val="#wm#"/>
  <p:tag name="KSO_WM_TAG_VERSION" val="1.0"/>
  <p:tag name="KSO_WM_UNIT_PRESET_TEXT" val="单击此处添加文本具体内容，简明扼要的阐述您的观点。&#10;根据需要可酌情增减文字，以便观者准确的理解您传达的思想。"/>
  <p:tag name="KSO_WM_UNIT_DIAGRAM_ISNUMVISUAL" val="0"/>
  <p:tag name="KSO_WM_UNIT_DIAGRAM_ISREFERUNIT" val="0"/>
  <p:tag name="KSO_WM_UNIT_NOCLEAR" val="0"/>
  <p:tag name="KSO_WM_UNIT_SUBTYPE" val="a"/>
</p:tagLst>
</file>

<file path=ppt/tags/tag349.xml><?xml version="1.0" encoding="utf-8"?>
<p:tagLst xmlns:p="http://schemas.openxmlformats.org/presentationml/2006/main">
  <p:tag name="KSO_WM_TEMPLATE_CATEGORY" val="custom"/>
  <p:tag name="KSO_WM_TEMPLATE_INDEX" val="20191224"/>
  <p:tag name="KSO_WM_UNIT_TYPE" val="a"/>
  <p:tag name="KSO_WM_UNIT_INDEX" val="1"/>
  <p:tag name="KSO_WM_UNIT_ID" val="custom20191224_13*a*1"/>
  <p:tag name="KSO_WM_UNIT_LAYERLEVEL" val="1"/>
  <p:tag name="KSO_WM_UNIT_VALUE" val="14"/>
  <p:tag name="KSO_WM_UNIT_ISCONTENTSTITLE" val="0"/>
  <p:tag name="KSO_WM_UNIT_HIGHLIGHT" val="0"/>
  <p:tag name="KSO_WM_UNIT_COMPATIBLE" val="0"/>
  <p:tag name="KSO_WM_BEAUTIFY_FLAG" val="#wm#"/>
  <p:tag name="KSO_WM_TAG_VERSION" val="1.0"/>
  <p:tag name="KSO_WM_UNIT_PRESET_TEXT" val="单击此处添加标题"/>
  <p:tag name="KSO_WM_UNIT_DIAGRAM_ISNUMVISUAL" val="0"/>
  <p:tag name="KSO_WM_UNIT_DIAGRAM_ISREFERUNIT" val="0"/>
  <p:tag name="KSO_WM_UNIT_NOCLEAR" val="0"/>
  <p:tag name="KSO_WM_UNIT_ISNUMDGMTITLE" val="0"/>
</p:tagLst>
</file>

<file path=ppt/tags/tag350.xml><?xml version="1.0" encoding="utf-8"?>
<p:tagLst xmlns:p="http://schemas.openxmlformats.org/presentationml/2006/main">
  <p:tag name="KSO_WM_TEMPLATE_CATEGORY" val="custom"/>
  <p:tag name="KSO_WM_TEMPLATE_INDEX" val="20191224"/>
  <p:tag name="KSO_WM_UNIT_TYPE" val="f"/>
  <p:tag name="KSO_WM_UNIT_INDEX" val="1"/>
  <p:tag name="KSO_WM_UNIT_ID" val="custom20191224_13*f*1"/>
  <p:tag name="KSO_WM_UNIT_LAYERLEVEL" val="1"/>
  <p:tag name="KSO_WM_UNIT_VALUE" val="171"/>
  <p:tag name="KSO_WM_UNIT_HIGHLIGHT" val="0"/>
  <p:tag name="KSO_WM_UNIT_COMPATIBLE" val="0"/>
  <p:tag name="KSO_WM_BEAUTIFY_FLAG" val="#wm#"/>
  <p:tag name="KSO_WM_TAG_VERSION" val="1.0"/>
  <p:tag name="KSO_WM_UNIT_PRESET_TEXT" val="单击此处添加文本具体内容，简明扼要的阐述您的观点。&#10;根据需要可酌情增减文字，以便观者准确的理解您传达的思想。"/>
  <p:tag name="KSO_WM_UNIT_DIAGRAM_ISNUMVISUAL" val="0"/>
  <p:tag name="KSO_WM_UNIT_DIAGRAM_ISREFERUNIT" val="0"/>
  <p:tag name="KSO_WM_UNIT_NOCLEAR" val="0"/>
  <p:tag name="KSO_WM_UNIT_SUBTYPE" val="a"/>
</p:tagLst>
</file>

<file path=ppt/tags/tag351.xml><?xml version="1.0" encoding="utf-8"?>
<p:tagLst xmlns:p="http://schemas.openxmlformats.org/presentationml/2006/main">
  <p:tag name="KSO_WM_TAG_VERSION" val="1.0"/>
  <p:tag name="KSO_WM_BEAUTIFY_FLAG" val="#wm#"/>
  <p:tag name="KSO_WM_TEMPLATE_CATEGORY" val="diagram"/>
  <p:tag name="KSO_WM_TEMPLATE_INDEX" val="160360"/>
  <p:tag name="KSO_WM_UNIT_TYPE" val="l_h_f"/>
  <p:tag name="KSO_WM_UNIT_INDEX" val="1_2_1"/>
  <p:tag name="KSO_WM_UNIT_ID" val="diagram160360_2*l_h_f*1_2_1"/>
  <p:tag name="KSO_WM_UNIT_CLEAR" val="1"/>
  <p:tag name="KSO_WM_UNIT_LAYERLEVEL" val="1_1_1"/>
  <p:tag name="KSO_WM_UNIT_VALUE" val="90"/>
  <p:tag name="KSO_WM_UNIT_HIGHLIGHT" val="0"/>
  <p:tag name="KSO_WM_UNIT_COMPATIBLE" val="0"/>
  <p:tag name="KSO_WM_UNIT_PRESET_TEXT_INDEX" val="4"/>
  <p:tag name="KSO_WM_UNIT_PRESET_TEXT_LEN" val="57"/>
  <p:tag name="KSO_WM_DIAGRAM_GROUP_CODE" val="l1-1"/>
  <p:tag name="KSO_WM_UNIT_FILL_FORE_SCHEMECOLOR_INDEX" val="5"/>
  <p:tag name="KSO_WM_UNIT_FILL_TYPE" val="1"/>
  <p:tag name="KSO_WM_UNIT_TEXT_FILL_FORE_SCHEMECOLOR_INDEX" val="5"/>
  <p:tag name="KSO_WM_UNIT_TEXT_FILL_TYPE" val="1"/>
  <p:tag name="KSO_WM_UNIT_USESOURCEFORMAT_APPLY" val="0"/>
</p:tagLst>
</file>

<file path=ppt/tags/tag352.xml><?xml version="1.0" encoding="utf-8"?>
<p:tagLst xmlns:p="http://schemas.openxmlformats.org/presentationml/2006/main">
  <p:tag name="KSO_WM_TEMPLATE_CATEGORY" val="custom"/>
  <p:tag name="KSO_WM_TEMPLATE_INDEX" val="20191224"/>
  <p:tag name="KSO_WM_UNIT_TYPE" val="a"/>
  <p:tag name="KSO_WM_UNIT_INDEX" val="1"/>
  <p:tag name="KSO_WM_UNIT_ID" val="custom20191224_13*a*1"/>
  <p:tag name="KSO_WM_UNIT_LAYERLEVEL" val="1"/>
  <p:tag name="KSO_WM_UNIT_VALUE" val="14"/>
  <p:tag name="KSO_WM_UNIT_ISCONTENTSTITLE" val="0"/>
  <p:tag name="KSO_WM_UNIT_HIGHLIGHT" val="0"/>
  <p:tag name="KSO_WM_UNIT_COMPATIBLE" val="0"/>
  <p:tag name="KSO_WM_BEAUTIFY_FLAG" val="#wm#"/>
  <p:tag name="KSO_WM_TAG_VERSION" val="1.0"/>
  <p:tag name="KSO_WM_UNIT_PRESET_TEXT" val="单击此处添加标题"/>
  <p:tag name="KSO_WM_UNIT_DIAGRAM_ISNUMVISUAL" val="0"/>
  <p:tag name="KSO_WM_UNIT_DIAGRAM_ISREFERUNIT" val="0"/>
  <p:tag name="KSO_WM_UNIT_NOCLEAR" val="0"/>
  <p:tag name="KSO_WM_UNIT_ISNUMDGMTITLE" val="0"/>
</p:tagLst>
</file>

<file path=ppt/tags/tag353.xml><?xml version="1.0" encoding="utf-8"?>
<p:tagLst xmlns:p="http://schemas.openxmlformats.org/presentationml/2006/main">
  <p:tag name="KSO_WM_TEMPLATE_CATEGORY" val="custom"/>
  <p:tag name="KSO_WM_TEMPLATE_INDEX" val="20191224"/>
  <p:tag name="KSO_WM_UNIT_TYPE" val="f"/>
  <p:tag name="KSO_WM_UNIT_INDEX" val="1"/>
  <p:tag name="KSO_WM_UNIT_ID" val="custom20191224_12*f*1"/>
  <p:tag name="KSO_WM_UNIT_LAYERLEVEL" val="1"/>
  <p:tag name="KSO_WM_UNIT_VALUE" val="189"/>
  <p:tag name="KSO_WM_UNIT_HIGHLIGHT" val="0"/>
  <p:tag name="KSO_WM_UNIT_COMPATIBLE" val="0"/>
  <p:tag name="KSO_WM_BEAUTIFY_FLAG" val="#wm#"/>
  <p:tag name="KSO_WM_TAG_VERSION" val="1.0"/>
  <p:tag name="KSO_WM_UNIT_PRESET_TEXT" val="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10;单击此处添加文本具体内容，简明扼要的阐述您的观点。根据需要可酌情增减文字，以便观者准确的理解您传达的思想。"/>
  <p:tag name="KSO_WM_UNIT_DIAGRAM_ISNUMVISUAL" val="0"/>
  <p:tag name="KSO_WM_UNIT_DIAGRAM_ISREFERUNIT" val="0"/>
  <p:tag name="KSO_WM_UNIT_NOCLEAR" val="0"/>
  <p:tag name="KSO_WM_UNIT_SUBTYPE" val="a"/>
</p:tagLst>
</file>

<file path=ppt/tags/tag354.xml><?xml version="1.0" encoding="utf-8"?>
<p:tagLst xmlns:p="http://schemas.openxmlformats.org/presentationml/2006/main">
  <p:tag name="KSO_WM_TAG_VERSION" val="1.0"/>
  <p:tag name="KSO_WM_BEAUTIFY_FLAG" val="#wm#"/>
  <p:tag name="KSO_WM_UNIT_TYPE" val="i"/>
  <p:tag name="KSO_WM_UNIT_ID" val="custom20191224_12*i*1"/>
  <p:tag name="KSO_WM_TEMPLATE_CATEGORY" val="custom"/>
  <p:tag name="KSO_WM_TEMPLATE_INDEX" val="20191224"/>
  <p:tag name="KSO_WM_UNIT_INDEX" val="1"/>
  <p:tag name="KSO_WM_UNIT_HIGHLIGHT" val="0"/>
  <p:tag name="KSO_WM_UNIT_COMPATIBLE" val="0"/>
  <p:tag name="KSO_WM_UNIT_DIAGRAM_ISNUMVISUAL" val="0"/>
  <p:tag name="KSO_WM_UNIT_DIAGRAM_ISREFERUNIT" val="0"/>
  <p:tag name="KSO_WM_UNIT_LAYERLEVEL" val="1"/>
</p:tagLst>
</file>

<file path=ppt/tags/tag355.xml><?xml version="1.0" encoding="utf-8"?>
<p:tagLst xmlns:p="http://schemas.openxmlformats.org/presentationml/2006/main">
  <p:tag name="KSO_WM_TEMPLATE_CATEGORY" val="custom"/>
  <p:tag name="KSO_WM_TEMPLATE_INDEX" val="20191224"/>
  <p:tag name="KSO_WM_UNIT_TYPE" val="a"/>
  <p:tag name="KSO_WM_UNIT_INDEX" val="1"/>
  <p:tag name="KSO_WM_UNIT_ID" val="custom20191224_12*a*1"/>
  <p:tag name="KSO_WM_UNIT_LAYERLEVEL" val="1"/>
  <p:tag name="KSO_WM_UNIT_VALUE" val="14"/>
  <p:tag name="KSO_WM_UNIT_ISCONTENTSTITLE" val="0"/>
  <p:tag name="KSO_WM_UNIT_HIGHLIGHT" val="0"/>
  <p:tag name="KSO_WM_UNIT_COMPATIBLE" val="0"/>
  <p:tag name="KSO_WM_BEAUTIFY_FLAG" val="#wm#"/>
  <p:tag name="KSO_WM_TAG_VERSION" val="1.0"/>
  <p:tag name="KSO_WM_UNIT_PRESET_TEXT" val="单击此处添加标题"/>
  <p:tag name="KSO_WM_UNIT_DIAGRAM_ISNUMVISUAL" val="0"/>
  <p:tag name="KSO_WM_UNIT_DIAGRAM_ISREFERUNIT" val="0"/>
  <p:tag name="KSO_WM_UNIT_NOCLEAR" val="0"/>
  <p:tag name="KSO_WM_UNIT_ISNUMDGMTITLE" val="0"/>
</p:tagLst>
</file>

<file path=ppt/tags/tag356.xml><?xml version="1.0" encoding="utf-8"?>
<p:tagLst xmlns:p="http://schemas.openxmlformats.org/presentationml/2006/main">
  <p:tag name="COMMONDATA" val="eyJoZGlkIjoiYTc1NzZjZTEyYmE3YWZiMTM3MmQ4Yjc5MzE3NzYzYzMifQ=="/>
  <p:tag name="KSO_WPP_MARK_KEY" val="ece95dd4-fbe3-46a3-accd-6982bb176647"/>
  <p:tag name="commondata" val="eyJoZGlkIjoiZTgyNjRkODgxMGMwYWM0YTQwYzk5NDYyNDFkMWM3Mm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2761</Words>
  <Application>WPS 演示</Application>
  <PresentationFormat>宽屏</PresentationFormat>
  <Paragraphs>190</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6</vt:i4>
      </vt:variant>
      <vt:variant>
        <vt:lpstr>幻灯片标题</vt:lpstr>
      </vt:variant>
      <vt:variant>
        <vt:i4>20</vt:i4>
      </vt:variant>
    </vt:vector>
  </HeadingPairs>
  <TitlesOfParts>
    <vt:vector size="36" baseType="lpstr">
      <vt:lpstr>Arial</vt:lpstr>
      <vt:lpstr>宋体</vt:lpstr>
      <vt:lpstr>Wingdings</vt:lpstr>
      <vt:lpstr>微软雅黑</vt:lpstr>
      <vt:lpstr>Wingdings</vt:lpstr>
      <vt:lpstr>汉仪旗黑-85S</vt:lpstr>
      <vt:lpstr>黑体</vt:lpstr>
      <vt:lpstr>仿宋</vt:lpstr>
      <vt:lpstr>Calibri</vt:lpstr>
      <vt:lpstr>Arial Unicode MS</vt:lpstr>
      <vt:lpstr>Office 主题</vt:lpstr>
      <vt:lpstr>4_自定义设计方案</vt:lpstr>
      <vt:lpstr>3_自定义设计方案</vt:lpstr>
      <vt:lpstr>自定义设计方案</vt:lpstr>
      <vt:lpstr>1_自定义设计方案</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哦，我的鬼神大人</cp:lastModifiedBy>
  <cp:revision>14</cp:revision>
  <dcterms:created xsi:type="dcterms:W3CDTF">2022-04-02T12:46:00Z</dcterms:created>
  <dcterms:modified xsi:type="dcterms:W3CDTF">2024-07-13T09:47:58Z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F067A817E90F4A3BAB5741F25394DB59_13</vt:lpwstr>
  </property>
  <property fmtid="{D5CDD505-2E9C-101B-9397-08002B2CF9AE}" pid="3" name="KSOProductBuildVer">
    <vt:lpwstr>2052-12.1.0.17133</vt:lpwstr>
  </property>
</Properties>
</file>